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93585" r:id="rId4"/>
    <p:sldMasterId id="2147494609" r:id="rId5"/>
    <p:sldMasterId id="2147494622" r:id="rId6"/>
  </p:sldMasterIdLst>
  <p:notesMasterIdLst>
    <p:notesMasterId r:id="rId13"/>
  </p:notesMasterIdLst>
  <p:handoutMasterIdLst>
    <p:handoutMasterId r:id="rId14"/>
  </p:handoutMasterIdLst>
  <p:sldIdLst>
    <p:sldId id="549" r:id="rId7"/>
    <p:sldId id="550" r:id="rId8"/>
    <p:sldId id="559" r:id="rId9"/>
    <p:sldId id="560" r:id="rId10"/>
    <p:sldId id="570" r:id="rId11"/>
    <p:sldId id="583" r:id="rId12"/>
  </p:sldIdLst>
  <p:sldSz cx="12188825" cy="6858000"/>
  <p:notesSz cx="6858000" cy="9144000"/>
  <p:defaultTextStyle>
    <a:defPPr>
      <a:defRPr lang="en-US"/>
    </a:defPPr>
    <a:lvl1pPr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8013" indent="-1508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7613" indent="-3032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5625" indent="-4540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5225" indent="-6064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B60"/>
    <a:srgbClr val="E9683B"/>
    <a:srgbClr val="4CBA79"/>
    <a:srgbClr val="5454E9"/>
    <a:srgbClr val="865CF0"/>
    <a:srgbClr val="FF7F00"/>
    <a:srgbClr val="020B0F"/>
    <a:srgbClr val="000000"/>
    <a:srgbClr val="272166"/>
    <a:srgbClr val="FF4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3" autoAdjust="0"/>
    <p:restoredTop sz="95735" autoAdjust="0"/>
  </p:normalViewPr>
  <p:slideViewPr>
    <p:cSldViewPr snapToGrid="0" snapToObjects="1">
      <p:cViewPr varScale="1">
        <p:scale>
          <a:sx n="71" d="100"/>
          <a:sy n="71" d="100"/>
        </p:scale>
        <p:origin x="726" y="54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348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C1B9B7-088B-46A9-A3F2-80B88FAC16E6}" type="datetime1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8A150AC2-2CAD-684B-9F3A-46AC5E45B09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973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B9C2EC6-AD02-4F3E-9C3F-7476C3BFCBFB}" type="datetime1">
              <a:rPr lang="en-US" smtClean="0"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54687C-0F63-C543-8A00-A10F948442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7100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80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76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56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52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426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AB9AEDC-188E-354C-A07D-5C3EE040B805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E4E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A07A76-CBC0-1E49-8670-6E1B3AA263E1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79" y="3048000"/>
            <a:ext cx="5397633" cy="1467949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779" y="4942976"/>
            <a:ext cx="3736676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CO" dirty="0"/>
              <a:t>Subtítulo de la presentación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B0212C9-E893-9F47-9360-0D6DE02C9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F74A43B-3477-D645-8C34-676A7A715D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3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D8ECD60-A8CA-624A-AB38-8B45C11E5FD2}"/>
              </a:ext>
            </a:extLst>
          </p:cNvPr>
          <p:cNvSpPr/>
          <p:nvPr userDrawn="1"/>
        </p:nvSpPr>
        <p:spPr>
          <a:xfrm>
            <a:off x="5029199" y="-140677"/>
            <a:ext cx="7332786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35861E-BC0D-EA47-B516-5487EB3B1660}"/>
              </a:ext>
            </a:extLst>
          </p:cNvPr>
          <p:cNvSpPr/>
          <p:nvPr userDrawn="1"/>
        </p:nvSpPr>
        <p:spPr>
          <a:xfrm>
            <a:off x="2321169" y="6001831"/>
            <a:ext cx="10040816" cy="103201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982" y="2078183"/>
            <a:ext cx="6400800" cy="1909168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5029" y="4139088"/>
            <a:ext cx="6411722" cy="668439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2A0A2418-5809-4046-953D-5D104B68C8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7247" y="6167424"/>
            <a:ext cx="6411722" cy="522287"/>
          </a:xfrm>
          <a:prstGeom prst="rect">
            <a:avLst/>
          </a:prstGeom>
        </p:spPr>
        <p:txBody>
          <a:bodyPr anchor="t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385D0AC3-7193-7741-B6FE-6BE7BA5B91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C7DCB827-0AEE-4841-A5E6-8B18B7CF4F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9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E59908A-AD04-3E4B-ABCA-989AB9E137A1}"/>
              </a:ext>
            </a:extLst>
          </p:cNvPr>
          <p:cNvSpPr/>
          <p:nvPr userDrawn="1"/>
        </p:nvSpPr>
        <p:spPr>
          <a:xfrm>
            <a:off x="-211015" y="4484077"/>
            <a:ext cx="12573000" cy="2549769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2A68501-84A2-3345-8FDA-B834A5C26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5381052"/>
            <a:ext cx="12908591" cy="1547286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2937092"/>
            <a:ext cx="8416331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455" y="4766150"/>
            <a:ext cx="8430692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C664A963-8B93-F947-9D6E-8E898AAFF6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2617" y="284443"/>
            <a:ext cx="369598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1BC7844-BEF8-D702-2601-C8AC05944C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1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460C177-EA11-3045-A049-2F189482AB41}"/>
              </a:ext>
            </a:extLst>
          </p:cNvPr>
          <p:cNvSpPr/>
          <p:nvPr userDrawn="1"/>
        </p:nvSpPr>
        <p:spPr>
          <a:xfrm>
            <a:off x="5152292" y="-158750"/>
            <a:ext cx="7176233" cy="71745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E33127-8E4E-D94B-AFED-94B91C7AF9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3025" y="-158750"/>
            <a:ext cx="7175500" cy="717550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4EF172-71FF-774B-B08F-E545FD3603C8}"/>
              </a:ext>
            </a:extLst>
          </p:cNvPr>
          <p:cNvSpPr/>
          <p:nvPr userDrawn="1"/>
        </p:nvSpPr>
        <p:spPr>
          <a:xfrm>
            <a:off x="-56669" y="-158262"/>
            <a:ext cx="5208961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8C8540-D360-0041-AA0A-7C7F456B16E0}"/>
              </a:ext>
            </a:extLst>
          </p:cNvPr>
          <p:cNvSpPr/>
          <p:nvPr userDrawn="1"/>
        </p:nvSpPr>
        <p:spPr>
          <a:xfrm>
            <a:off x="474093" y="5361362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400" y="2222164"/>
            <a:ext cx="4056369" cy="2031397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9400" y="5583810"/>
            <a:ext cx="5484922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8CEC94B8-E518-5E4B-96B3-807DB56AF8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9400" y="4451044"/>
            <a:ext cx="4056369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2C7FD3D-0543-4D56-4857-2F15B5217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8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253CF8-E40C-8B4A-920F-D39FFAC238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36525" y="-122238"/>
            <a:ext cx="12465050" cy="7162801"/>
          </a:xfrm>
          <a:prstGeom prst="rect">
            <a:avLst/>
          </a:prstGeom>
        </p:spPr>
        <p:txBody>
          <a:bodyPr anchor="t"/>
          <a:lstStyle>
            <a:lvl1pPr algn="ctr">
              <a:defRPr sz="1800"/>
            </a:lvl1pPr>
          </a:lstStyle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C563568-052F-6F4F-B607-42D06B3D6BFE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60E7FE-605D-2643-9C55-A73D287C501A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771" y="3085828"/>
            <a:ext cx="5318641" cy="1502051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1410" y="4930689"/>
            <a:ext cx="3660465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061DE2D-078D-F440-70B1-9CC4B708F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60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3CAB425-8E07-9D4D-9049-B0B1329A6F46}"/>
              </a:ext>
            </a:extLst>
          </p:cNvPr>
          <p:cNvSpPr/>
          <p:nvPr userDrawn="1"/>
        </p:nvSpPr>
        <p:spPr>
          <a:xfrm>
            <a:off x="-1" y="-150124"/>
            <a:ext cx="12310281" cy="483205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72BDADF-8711-FB49-A646-A740B3733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996" y="5248036"/>
            <a:ext cx="2778261" cy="10800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1918474"/>
            <a:ext cx="6075405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96EC0B-0794-338D-95C7-AB2B92179F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0956" y="5552313"/>
            <a:ext cx="1676890" cy="90892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99A5E94-0EA1-C949-9C55-E6ACA28B780D}"/>
              </a:ext>
            </a:extLst>
          </p:cNvPr>
          <p:cNvSpPr/>
          <p:nvPr userDrawn="1"/>
        </p:nvSpPr>
        <p:spPr>
          <a:xfrm>
            <a:off x="5226728" y="-150123"/>
            <a:ext cx="7083551" cy="9553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547" y="21789"/>
            <a:ext cx="604882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F38ED0E2-7D5D-114C-AE24-235B3D878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9398" y="3488320"/>
            <a:ext cx="6048823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2D77DE7-E8A0-5C4A-8EA2-0C726FCBF1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78" y="5201792"/>
            <a:ext cx="1477292" cy="130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0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B59E292-22CD-2242-84F5-87DE6724E9AF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62F47D7-565E-E44F-8739-8ACD848CE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07FDEED-DA50-5F4D-8EC4-78D9AC9E04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534" y="473678"/>
            <a:ext cx="1030504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82FDB0-1956-B24A-9FAC-F5BAC86FAB57}"/>
              </a:ext>
            </a:extLst>
          </p:cNvPr>
          <p:cNvSpPr/>
          <p:nvPr userDrawn="1"/>
        </p:nvSpPr>
        <p:spPr>
          <a:xfrm>
            <a:off x="5578475" y="-136525"/>
            <a:ext cx="6783388" cy="71310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711C668F-59A2-4D4C-BB85-FA31A95EA8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8353" y="-136525"/>
            <a:ext cx="6783388" cy="71310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62300E-9AF7-C744-8810-3D8B01FF0EDA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CBA4ECBA-158E-F64D-AD06-46687ADE7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74B9A36-CCE1-1E4A-91A3-9AB71D15F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C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8CB1126-B7E9-FB47-BF9C-5C60C4BCC98B}"/>
              </a:ext>
            </a:extLst>
          </p:cNvPr>
          <p:cNvSpPr/>
          <p:nvPr userDrawn="1"/>
        </p:nvSpPr>
        <p:spPr>
          <a:xfrm>
            <a:off x="5213445" y="5786654"/>
            <a:ext cx="6975380" cy="1064526"/>
          </a:xfrm>
          <a:prstGeom prst="rect">
            <a:avLst/>
          </a:prstGeom>
          <a:solidFill>
            <a:srgbClr val="4CB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3903260" y="4616244"/>
            <a:ext cx="8285565" cy="15525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8788" y="4858604"/>
            <a:ext cx="7628412" cy="10781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5559A92C-15FD-1442-8D59-E376861021A9}"/>
              </a:ext>
            </a:extLst>
          </p:cNvPr>
          <p:cNvSpPr txBox="1">
            <a:spLocks/>
          </p:cNvSpPr>
          <p:nvPr userDrawn="1"/>
        </p:nvSpPr>
        <p:spPr>
          <a:xfrm>
            <a:off x="5595582" y="6318917"/>
            <a:ext cx="6291617" cy="453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5454E9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ES" sz="1800" dirty="0" err="1">
                <a:solidFill>
                  <a:schemeClr val="bg1"/>
                </a:solidFill>
              </a:rPr>
              <a:t>Click</a:t>
            </a:r>
            <a:r>
              <a:rPr lang="es-ES" sz="1800" dirty="0">
                <a:solidFill>
                  <a:schemeClr val="bg1"/>
                </a:solidFill>
              </a:rPr>
              <a:t> para agregar texto</a:t>
            </a:r>
            <a:endParaRPr lang="es-CO" sz="1800" dirty="0">
              <a:solidFill>
                <a:schemeClr val="bg1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433354A-5024-1E42-81D7-50274D5DE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CE34500-F053-3F45-A027-9CB0D25408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7AD0216-A3FA-5C47-A58F-E913DAAAEF37}"/>
              </a:ext>
            </a:extLst>
          </p:cNvPr>
          <p:cNvSpPr/>
          <p:nvPr userDrawn="1"/>
        </p:nvSpPr>
        <p:spPr>
          <a:xfrm>
            <a:off x="-122830" y="2006221"/>
            <a:ext cx="12484815" cy="4954137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35F4BA0-2368-B84A-89F1-6DF87DB538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456" y="5519304"/>
            <a:ext cx="2147872" cy="83494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-122830" y="1269243"/>
            <a:ext cx="8761863" cy="730156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131" y="1269242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818837D-8498-3948-B306-D6441833CE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56567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E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749A815-211B-D04F-A10B-7D009842EE7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A9443BE-0DB1-224D-924A-FC6BC2213D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1466B55-BCED-9E4D-913B-DC22D24A68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462D0A8-A0E2-AD43-AE7A-9F0EE8F8BC5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2231" y="495278"/>
            <a:ext cx="1006067" cy="889200"/>
          </a:xfrm>
          <a:prstGeom prst="rect">
            <a:avLst/>
          </a:prstGeom>
        </p:spPr>
      </p:pic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57DDA77B-4255-4BAC-8029-CECD1EBB5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2987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si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1" y="1349865"/>
            <a:ext cx="11371383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7E20350-AF53-5348-8C67-42245505E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073DDDA-63CA-164E-B210-1A6E7250EA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2757" y="316775"/>
            <a:ext cx="763427" cy="674746"/>
          </a:xfrm>
          <a:prstGeom prst="rect">
            <a:avLst/>
          </a:prstGeom>
        </p:spPr>
      </p:pic>
      <p:sp>
        <p:nvSpPr>
          <p:cNvPr id="11" name="Marcador de número de diapositiva 1">
            <a:extLst>
              <a:ext uri="{FF2B5EF4-FFF2-40B4-BE49-F238E27FC236}">
                <a16:creationId xmlns:a16="http://schemas.microsoft.com/office/drawing/2014/main" id="{F14A3601-5DE3-4D4B-8D95-BBEDACF20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4680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DE549399-5401-6443-BDC4-AAEAB39C1C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72CEFBA-AC57-5448-B186-A41214D87EB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282084"/>
            <a:ext cx="761678" cy="673200"/>
          </a:xfrm>
          <a:prstGeom prst="rect">
            <a:avLst/>
          </a:prstGeom>
        </p:spPr>
      </p:pic>
      <p:sp>
        <p:nvSpPr>
          <p:cNvPr id="12" name="Marcador de número de diapositiva 1">
            <a:extLst>
              <a:ext uri="{FF2B5EF4-FFF2-40B4-BE49-F238E27FC236}">
                <a16:creationId xmlns:a16="http://schemas.microsoft.com/office/drawing/2014/main" id="{8CB4684B-60F3-4062-A8AD-629473889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031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6094413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A0EBB9-F320-4743-93CB-0A6146AA02BB}"/>
              </a:ext>
            </a:extLst>
          </p:cNvPr>
          <p:cNvSpPr/>
          <p:nvPr userDrawn="1"/>
        </p:nvSpPr>
        <p:spPr>
          <a:xfrm flipV="1">
            <a:off x="4485993" y="6315757"/>
            <a:ext cx="7809172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36124" y="6484018"/>
            <a:ext cx="1428466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8545" y="6484018"/>
            <a:ext cx="4182961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0AA22C5-96DD-B846-85FB-E8B3DC973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sp>
        <p:nvSpPr>
          <p:cNvPr id="12" name="Marcador de número de diapositiva 1">
            <a:extLst>
              <a:ext uri="{FF2B5EF4-FFF2-40B4-BE49-F238E27FC236}">
                <a16:creationId xmlns:a16="http://schemas.microsoft.com/office/drawing/2014/main" id="{1031E094-2FBD-4867-848E-AC3D5BA35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205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-36162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1EFD37E-104C-0548-B3F4-15247384DF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E110A2E4-BAB2-45D8-8C5A-E6501966D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5171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comple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BF49F41-7172-4448-82B4-B557ED092575}"/>
              </a:ext>
            </a:extLst>
          </p:cNvPr>
          <p:cNvSpPr/>
          <p:nvPr userDrawn="1"/>
        </p:nvSpPr>
        <p:spPr>
          <a:xfrm>
            <a:off x="6004561" y="1005874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6054" y="1349865"/>
            <a:ext cx="5458265" cy="36639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746AA1F-CD74-AB4E-B844-4B601751E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7BE88217-1562-4E7A-9314-865F8ABC6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0107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290B93-A534-E449-A31D-DD3CC0E59310}"/>
              </a:ext>
            </a:extLst>
          </p:cNvPr>
          <p:cNvSpPr/>
          <p:nvPr userDrawn="1"/>
        </p:nvSpPr>
        <p:spPr>
          <a:xfrm>
            <a:off x="6094412" y="-136525"/>
            <a:ext cx="6234747" cy="7101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84756FF-4086-4A43-984F-09800BF06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6584E7-278E-B541-801B-2ED2A0A4AB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805" y="-136526"/>
            <a:ext cx="6232353" cy="71012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B96B7EF9-E66F-4028-B000-7C6B2C0AC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7426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y franja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474043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500" y="1321729"/>
            <a:ext cx="6684684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9C0086D-53D7-484D-B608-4C6D657045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8613078-C496-484E-8F02-05540117A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651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grande y franja amari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261659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3254928"/>
            <a:ext cx="11371383" cy="29489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2118962"/>
            <a:ext cx="7554726" cy="89033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373928"/>
            <a:ext cx="11371383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8A591D6-DB73-A847-97ED-53541A9DD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596" y="2372797"/>
            <a:ext cx="6954129" cy="531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0">
                <a:solidFill>
                  <a:schemeClr val="accent3"/>
                </a:solidFill>
              </a:defRPr>
            </a:lvl2pPr>
            <a:lvl3pPr marL="914400" indent="0">
              <a:buNone/>
              <a:defRPr sz="1800" b="0">
                <a:solidFill>
                  <a:schemeClr val="accent3"/>
                </a:solidFill>
              </a:defRPr>
            </a:lvl3pPr>
            <a:lvl4pPr marL="1371600" indent="0">
              <a:buNone/>
              <a:defRPr sz="1600" b="0">
                <a:solidFill>
                  <a:schemeClr val="accent3"/>
                </a:solidFill>
              </a:defRPr>
            </a:lvl4pPr>
            <a:lvl5pPr marL="1828800" indent="0">
              <a:buNone/>
              <a:defRPr sz="1600" b="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Subtítulo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5C9FA3AC-94C2-8742-94CF-B6A5D9C3EB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204A457-BEB7-3446-B76E-682A321710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D779B9CC-AA0F-4E0C-A870-BFAF5BE9F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6988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C8414-F800-AF4F-A347-22E1543303AD}"/>
              </a:ext>
            </a:extLst>
          </p:cNvPr>
          <p:cNvSpPr/>
          <p:nvPr userDrawn="1"/>
        </p:nvSpPr>
        <p:spPr>
          <a:xfrm>
            <a:off x="-197323" y="-123191"/>
            <a:ext cx="6064723" cy="710120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3B6DA7C-AD8E-6C4B-850C-194909CD13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96850" y="-136525"/>
            <a:ext cx="6064250" cy="71278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193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193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9DB59F-DDAE-F244-8F2E-EA78D937F6E3}"/>
              </a:ext>
            </a:extLst>
          </p:cNvPr>
          <p:cNvSpPr/>
          <p:nvPr userDrawn="1"/>
        </p:nvSpPr>
        <p:spPr>
          <a:xfrm>
            <a:off x="-197323" y="6132880"/>
            <a:ext cx="7554726" cy="85876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5C9ED6-4044-FC4A-9B9B-3EA7CA37D2F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11CA5A-788D-284E-BC3F-042132CB50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76EBC174-C330-4CB1-96F6-550E9ACD9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25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mple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EF0C35-D091-8F46-A5B2-0DBB9CAF1CB0}"/>
              </a:ext>
            </a:extLst>
          </p:cNvPr>
          <p:cNvSpPr/>
          <p:nvPr userDrawn="1"/>
        </p:nvSpPr>
        <p:spPr>
          <a:xfrm>
            <a:off x="0" y="-125413"/>
            <a:ext cx="12317413" cy="7153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14266C-1F5D-8047-876A-BE7F57030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5413"/>
            <a:ext cx="12317412" cy="715327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5A9208-3D23-8B49-948B-92C9633C8794}"/>
              </a:ext>
            </a:extLst>
          </p:cNvPr>
          <p:cNvSpPr/>
          <p:nvPr userDrawn="1"/>
        </p:nvSpPr>
        <p:spPr>
          <a:xfrm>
            <a:off x="938621" y="2236765"/>
            <a:ext cx="5877176" cy="431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6D6405-D4D2-FD4D-A4D2-32B47995A1F3}"/>
              </a:ext>
            </a:extLst>
          </p:cNvPr>
          <p:cNvSpPr/>
          <p:nvPr userDrawn="1"/>
        </p:nvSpPr>
        <p:spPr>
          <a:xfrm>
            <a:off x="938621" y="1006291"/>
            <a:ext cx="5877176" cy="127267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8907" y="1349865"/>
            <a:ext cx="505816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8907" y="2518118"/>
            <a:ext cx="505816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5454E9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rgbClr val="5454E9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rgbClr val="5454E9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955DF0E3-CAA0-4B5A-9B50-0467D8BF8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5184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completa y fo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1AB5CD-89A4-6C45-8CEB-FE1FC071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4413" y="-161925"/>
            <a:ext cx="6240462" cy="7153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230DFD-DC56-C642-92F6-085A30812C34}"/>
              </a:ext>
            </a:extLst>
          </p:cNvPr>
          <p:cNvSpPr/>
          <p:nvPr userDrawn="1"/>
        </p:nvSpPr>
        <p:spPr>
          <a:xfrm>
            <a:off x="5501830" y="6132880"/>
            <a:ext cx="6962145" cy="858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F21563-73B4-4549-8911-B0D06CF34F4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880296" y="6399612"/>
            <a:ext cx="1428466" cy="251105"/>
          </a:xfrm>
        </p:spPr>
        <p:txBody>
          <a:bodyPr/>
          <a:lstStyle/>
          <a:p>
            <a:endParaRPr lang="es-CO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69D2ECD-4E9B-8545-AF6B-FC8377A57A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92717" y="6399612"/>
            <a:ext cx="4182961" cy="251105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678CDED-27A5-5943-9F6B-EA131C288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5A8A603-FE3E-435B-AC77-E395E8B1A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3447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amp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557847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532BBA7-286A-444A-9D99-EF029176E4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496A4D0-BC95-3C46-AE7A-CA355846B0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2BD5BF76-E66B-4329-B86A-DD8CEF8C7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298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FF99415-B0C8-1241-95EA-F97AD3EB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605" r:id="rId1"/>
    <p:sldLayoutId id="2147494685" r:id="rId2"/>
    <p:sldLayoutId id="2147494686" r:id="rId3"/>
    <p:sldLayoutId id="2147494687" r:id="rId4"/>
    <p:sldLayoutId id="2147494688" r:id="rId5"/>
    <p:sldLayoutId id="2147494689" r:id="rId6"/>
  </p:sldLayoutIdLst>
  <p:hf hdr="0" ftr="0" dt="0"/>
  <p:txStyles>
    <p:titleStyle>
      <a:lvl1pPr algn="l" defTabSz="608013" rtl="0" eaLnBrk="1" fontAlgn="base" hangingPunct="1">
        <a:spcBef>
          <a:spcPct val="0"/>
        </a:spcBef>
        <a:spcAft>
          <a:spcPct val="0"/>
        </a:spcAft>
        <a:defRPr sz="2400" b="0" kern="1200" baseline="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5pPr>
      <a:lvl6pPr marL="60885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6pPr>
      <a:lvl7pPr marL="1217706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7pPr>
      <a:lvl8pPr marL="1826560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8pPr>
      <a:lvl9pPr marL="243541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5613" indent="-455613" algn="l" defTabSz="608013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676767"/>
          </a:solidFill>
          <a:latin typeface="+mn-lt"/>
          <a:ea typeface="ＭＳ Ｐゴシック" charset="0"/>
          <a:cs typeface="ＭＳ Ｐゴシック" charset="0"/>
        </a:defRPr>
      </a:lvl1pPr>
      <a:lvl2pPr marL="230188" indent="-23018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E3E829"/>
        </a:buClr>
        <a:buSzPct val="120000"/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2pPr>
      <a:lvl3pPr marL="454025" indent="-22383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33A0"/>
        </a:buClr>
        <a:buFont typeface="Wingdings" charset="0"/>
        <a:buChar char="§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3pPr>
      <a:lvl4pPr marL="758825" indent="-303213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AEC7"/>
        </a:buClr>
        <a:buFont typeface="Lucida Grande" charset="0"/>
        <a:buChar char="‣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4pPr>
      <a:lvl5pPr marL="985838" indent="-225425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5pPr>
      <a:lvl6pPr marL="334869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6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6399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48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619" r:id="rId1"/>
    <p:sldLayoutId id="2147494691" r:id="rId2"/>
    <p:sldLayoutId id="2147494690" r:id="rId3"/>
    <p:sldLayoutId id="2147494704" r:id="rId4"/>
    <p:sldLayoutId id="2147494705" r:id="rId5"/>
    <p:sldLayoutId id="2147494706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9ED10E-F495-3C40-BD87-A6D700A5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1" y="6484018"/>
            <a:ext cx="1428466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5454E9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85F37-2003-974A-86AF-3C8EC157A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7222" y="6484018"/>
            <a:ext cx="4182961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5454E9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9F269E7-4960-4D66-A977-268DF388D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64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708" r:id="rId1"/>
    <p:sldLayoutId id="2147494709" r:id="rId2"/>
    <p:sldLayoutId id="2147494710" r:id="rId3"/>
    <p:sldLayoutId id="2147494725" r:id="rId4"/>
    <p:sldLayoutId id="2147494726" r:id="rId5"/>
    <p:sldLayoutId id="2147494712" r:id="rId6"/>
    <p:sldLayoutId id="2147494713" r:id="rId7"/>
    <p:sldLayoutId id="2147494714" r:id="rId8"/>
    <p:sldLayoutId id="2147494715" r:id="rId9"/>
    <p:sldLayoutId id="2147494716" r:id="rId10"/>
    <p:sldLayoutId id="2147494717" r:id="rId11"/>
    <p:sldLayoutId id="214749472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00" b="0" kern="1200">
          <a:solidFill>
            <a:srgbClr val="5454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477B6-9C0E-104B-8814-6613E9D5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a la IA Generativa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C27C82-14AB-1443-B7C1-B97137AAC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Milton Sarria-Paja, </a:t>
            </a:r>
            <a:r>
              <a:rPr lang="es-ES" dirty="0" err="1"/>
              <a:t>Ph.D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F38F1F-641B-2342-8E64-607184B35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24-01-2025</a:t>
            </a:r>
          </a:p>
        </p:txBody>
      </p:sp>
    </p:spTree>
    <p:extLst>
      <p:ext uri="{BB962C8B-B14F-4D97-AF65-F5344CB8AC3E}">
        <p14:creationId xmlns:p14="http://schemas.microsoft.com/office/powerpoint/2010/main" val="374528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85497-67F0-9547-B207-8D2E392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2"/>
                </a:solidFill>
              </a:rPr>
              <a:t>Introducción a la IA Generativa</a:t>
            </a:r>
            <a:endParaRPr lang="es-CO" dirty="0">
              <a:solidFill>
                <a:schemeClr val="tx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3C7C12-8381-E546-BBC7-A7A3D5BB2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Milton Sarria-Paja, </a:t>
            </a:r>
            <a:r>
              <a:rPr lang="es-ES" dirty="0" err="1"/>
              <a:t>Ph.D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40D4AD-1D64-2F45-BED7-2D28A6CA0C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27-11-2024</a:t>
            </a:r>
          </a:p>
        </p:txBody>
      </p:sp>
    </p:spTree>
    <p:extLst>
      <p:ext uri="{BB962C8B-B14F-4D97-AF65-F5344CB8AC3E}">
        <p14:creationId xmlns:p14="http://schemas.microsoft.com/office/powerpoint/2010/main" val="190016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8F16B-BA72-9746-AD56-7FDE8F26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la IA Generativa?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1141FDF-3D5E-4929-84AD-BAF5432D0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4A965-C522-4DAF-8C07-9E6F0369E04C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79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IA generativa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751C16-E825-074B-BDAA-78CD3D539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sz="2800" dirty="0"/>
          </a:p>
          <a:p>
            <a:r>
              <a:rPr lang="es-ES" sz="2800" dirty="0"/>
              <a:t>"La IA generativa es una rama de la inteligencia artificial que se enfoca en crear contenido original, como imágenes, texto, música o videos, aprendiendo patrones a partir de datos existentes."</a:t>
            </a:r>
            <a:endParaRPr lang="es-CO" sz="2800" dirty="0"/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4EE23DA8-CEFE-44DD-B2F1-4E4B3FF93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949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96736-805C-454C-B016-90CE507C8BB5}"/>
              </a:ext>
            </a:extLst>
          </p:cNvPr>
          <p:cNvSpPr/>
          <p:nvPr/>
        </p:nvSpPr>
        <p:spPr>
          <a:xfrm>
            <a:off x="3233738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8364F9B-3DF0-3D41-AFA7-721EF14062C7}"/>
              </a:ext>
            </a:extLst>
          </p:cNvPr>
          <p:cNvSpPr/>
          <p:nvPr/>
        </p:nvSpPr>
        <p:spPr>
          <a:xfrm>
            <a:off x="6176963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AE1C9A6-AF46-2647-8629-A655147BCE56}"/>
              </a:ext>
            </a:extLst>
          </p:cNvPr>
          <p:cNvSpPr/>
          <p:nvPr/>
        </p:nvSpPr>
        <p:spPr>
          <a:xfrm>
            <a:off x="904875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Evolución de la IA Generativa</a:t>
            </a:r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DD8EB7E-6744-D640-82E7-5F05DDC7B75E}"/>
              </a:ext>
            </a:extLst>
          </p:cNvPr>
          <p:cNvSpPr/>
          <p:nvPr/>
        </p:nvSpPr>
        <p:spPr>
          <a:xfrm>
            <a:off x="30480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FBC1F5-4A24-444C-B6B0-C83C903B145C}"/>
              </a:ext>
            </a:extLst>
          </p:cNvPr>
          <p:cNvSpPr/>
          <p:nvPr/>
        </p:nvSpPr>
        <p:spPr>
          <a:xfrm>
            <a:off x="304801" y="2739683"/>
            <a:ext cx="2658794" cy="689317"/>
          </a:xfrm>
          <a:prstGeom prst="rect">
            <a:avLst/>
          </a:prstGeom>
          <a:solidFill>
            <a:schemeClr val="tx2"/>
          </a:solidFill>
          <a:ln>
            <a:solidFill>
              <a:srgbClr val="545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576919E-A862-A045-9311-1E2E28F7E3BB}"/>
              </a:ext>
            </a:extLst>
          </p:cNvPr>
          <p:cNvSpPr txBox="1"/>
          <p:nvPr/>
        </p:nvSpPr>
        <p:spPr>
          <a:xfrm>
            <a:off x="50643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21DF22F-7178-7D45-B8B3-A7E235136010}"/>
              </a:ext>
            </a:extLst>
          </p:cNvPr>
          <p:cNvSpPr/>
          <p:nvPr/>
        </p:nvSpPr>
        <p:spPr>
          <a:xfrm>
            <a:off x="3230881" y="2739683"/>
            <a:ext cx="2658794" cy="689317"/>
          </a:xfrm>
          <a:prstGeom prst="rect">
            <a:avLst/>
          </a:prstGeom>
          <a:solidFill>
            <a:schemeClr val="accent2"/>
          </a:solidFill>
          <a:ln>
            <a:solidFill>
              <a:srgbClr val="E4E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569331-DC35-F24D-B0F9-CC987DBA4B37}"/>
              </a:ext>
            </a:extLst>
          </p:cNvPr>
          <p:cNvSpPr txBox="1"/>
          <p:nvPr/>
        </p:nvSpPr>
        <p:spPr>
          <a:xfrm>
            <a:off x="343251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/>
              <a:t>Texto B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0598FB6-C1FA-7249-964B-4A471A49C6B6}"/>
              </a:ext>
            </a:extLst>
          </p:cNvPr>
          <p:cNvSpPr/>
          <p:nvPr/>
        </p:nvSpPr>
        <p:spPr>
          <a:xfrm>
            <a:off x="6173374" y="2739683"/>
            <a:ext cx="2658794" cy="689317"/>
          </a:xfrm>
          <a:prstGeom prst="rect">
            <a:avLst/>
          </a:prstGeom>
          <a:solidFill>
            <a:schemeClr val="accent3"/>
          </a:solidFill>
          <a:ln>
            <a:solidFill>
              <a:srgbClr val="E96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CC77C79-947F-184D-A0CA-DFB439C40C43}"/>
              </a:ext>
            </a:extLst>
          </p:cNvPr>
          <p:cNvSpPr txBox="1"/>
          <p:nvPr/>
        </p:nvSpPr>
        <p:spPr>
          <a:xfrm>
            <a:off x="6344530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C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C26D94F-7949-664D-BE7D-DBC3C22CC016}"/>
              </a:ext>
            </a:extLst>
          </p:cNvPr>
          <p:cNvSpPr/>
          <p:nvPr/>
        </p:nvSpPr>
        <p:spPr>
          <a:xfrm>
            <a:off x="9040839" y="2739683"/>
            <a:ext cx="2658794" cy="689317"/>
          </a:xfrm>
          <a:prstGeom prst="rect">
            <a:avLst/>
          </a:prstGeom>
          <a:solidFill>
            <a:schemeClr val="accent1"/>
          </a:solidFill>
          <a:ln>
            <a:solidFill>
              <a:srgbClr val="4CB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0BE73FE-0974-C24C-9778-D01D05FE46F1}"/>
              </a:ext>
            </a:extLst>
          </p:cNvPr>
          <p:cNvSpPr txBox="1"/>
          <p:nvPr/>
        </p:nvSpPr>
        <p:spPr>
          <a:xfrm>
            <a:off x="9242475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D</a:t>
            </a:r>
          </a:p>
        </p:txBody>
      </p:sp>
      <p:sp>
        <p:nvSpPr>
          <p:cNvPr id="15" name="Marcador de número de diapositiva 2">
            <a:extLst>
              <a:ext uri="{FF2B5EF4-FFF2-40B4-BE49-F238E27FC236}">
                <a16:creationId xmlns:a16="http://schemas.microsoft.com/office/drawing/2014/main" id="{8E796FDA-F8A0-4A96-BC25-CB91343E8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071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751C16-E825-074B-BDAA-78CD3D539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sz="2800" dirty="0"/>
          </a:p>
          <a:p>
            <a:endParaRPr lang="es-ES" sz="2800" dirty="0"/>
          </a:p>
          <a:p>
            <a:pPr algn="ctr"/>
            <a:r>
              <a:rPr lang="es-ES" sz="9600" dirty="0">
                <a:solidFill>
                  <a:srgbClr val="5454E9"/>
                </a:solidFill>
                <a:latin typeface="+mj-lt"/>
                <a:ea typeface="+mj-ea"/>
                <a:cs typeface="+mj-cs"/>
              </a:rPr>
              <a:t>Gracias!!</a:t>
            </a:r>
            <a:endParaRPr lang="es-CO" sz="2400" dirty="0">
              <a:solidFill>
                <a:srgbClr val="5454E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DA2DB970-3454-472F-84EC-F81043CD9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82655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A0"/>
        </a:solidFill>
        <a:ln>
          <a:noFill/>
        </a:ln>
        <a:effectLst/>
      </a:spPr>
      <a:bodyPr anchor="ctr"/>
      <a:lstStyle>
        <a:defPPr algn="ctr" defTabSz="608853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190C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err="1" smtClean="0">
            <a:solidFill>
              <a:srgbClr val="686968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776FA3CF-6F80-654A-B731-ABEB9CCBCA91}" vid="{FA1C77B8-9473-0941-BF96-7A398AFE1827}"/>
    </a:ext>
  </a:extLst>
</a:theme>
</file>

<file path=ppt/theme/theme2.xml><?xml version="1.0" encoding="utf-8"?>
<a:theme xmlns:a="http://schemas.openxmlformats.org/drawingml/2006/main" name="Division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FFD4C735-F419-9049-9D02-5A5008C4008B}"/>
    </a:ext>
  </a:extLst>
</a:theme>
</file>

<file path=ppt/theme/theme3.xml><?xml version="1.0" encoding="utf-8"?>
<a:theme xmlns:a="http://schemas.openxmlformats.org/drawingml/2006/main" name="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174E906E-382C-4B47-9DC5-6371F885CCC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6ADCFB-D8B6-4597-B750-4F782D11F82C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sharepoint/v3/fields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Portadas</Template>
  <TotalTime>2205</TotalTime>
  <Words>90</Words>
  <Application>Microsoft Office PowerPoint</Application>
  <PresentationFormat>Personalizado</PresentationFormat>
  <Paragraphs>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Lucida Grande</vt:lpstr>
      <vt:lpstr>Wingdings</vt:lpstr>
      <vt:lpstr>Portadas</vt:lpstr>
      <vt:lpstr>Divisiones</vt:lpstr>
      <vt:lpstr>Interiores</vt:lpstr>
      <vt:lpstr>Introducción a la IA Generativa</vt:lpstr>
      <vt:lpstr>Introducción a la IA Generativa</vt:lpstr>
      <vt:lpstr>¿Qué es la IA Generativa?</vt:lpstr>
      <vt:lpstr>IA generativa </vt:lpstr>
      <vt:lpstr>Evolución de la IA Generativa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dc:subject/>
  <dc:creator>Edison Leon</dc:creator>
  <cp:keywords/>
  <dc:description/>
  <cp:lastModifiedBy>Milton Orlando Sarria Paja</cp:lastModifiedBy>
  <cp:revision>51</cp:revision>
  <dcterms:created xsi:type="dcterms:W3CDTF">2023-08-29T02:04:03Z</dcterms:created>
  <dcterms:modified xsi:type="dcterms:W3CDTF">2025-01-24T13:52:12Z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_Version">
    <vt:lpwstr/>
  </property>
  <property fmtid="{D5CDD505-2E9C-101B-9397-08002B2CF9AE}" pid="4" name="_Status">
    <vt:lpwstr>Not Started</vt:lpwstr>
  </property>
</Properties>
</file>