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93585" r:id="rId4"/>
    <p:sldMasterId id="2147494609" r:id="rId5"/>
    <p:sldMasterId id="2147494622" r:id="rId6"/>
  </p:sldMasterIdLst>
  <p:notesMasterIdLst>
    <p:notesMasterId r:id="rId23"/>
  </p:notesMasterIdLst>
  <p:handoutMasterIdLst>
    <p:handoutMasterId r:id="rId24"/>
  </p:handout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825" cy="6858000"/>
  <p:notesSz cx="6858000" cy="9144000"/>
  <p:defaultTextStyle>
    <a:defPPr>
      <a:defRPr lang="en-US"/>
    </a:defPPr>
    <a:lvl1pPr algn="l" defTabSz="608013" rtl="0" fontAlgn="base">
      <a:spcBef>
        <a:spcPct val="0"/>
      </a:spcBef>
      <a:spcAft>
        <a:spcPct val="0"/>
      </a:spcAft>
      <a:defRPr sz="3200" kern="1200">
        <a:solidFill>
          <a:schemeClr val="tx1"/>
        </a:solidFill>
        <a:latin typeface="Arial" charset="0"/>
        <a:ea typeface="ＭＳ Ｐゴシック" charset="0"/>
        <a:cs typeface="ＭＳ Ｐゴシック" charset="0"/>
      </a:defRPr>
    </a:lvl1pPr>
    <a:lvl2pPr marL="608013" indent="-150813" algn="l" defTabSz="608013" rtl="0" fontAlgn="base">
      <a:spcBef>
        <a:spcPct val="0"/>
      </a:spcBef>
      <a:spcAft>
        <a:spcPct val="0"/>
      </a:spcAft>
      <a:defRPr sz="3200" kern="1200">
        <a:solidFill>
          <a:schemeClr val="tx1"/>
        </a:solidFill>
        <a:latin typeface="Arial" charset="0"/>
        <a:ea typeface="ＭＳ Ｐゴシック" charset="0"/>
        <a:cs typeface="ＭＳ Ｐゴシック" charset="0"/>
      </a:defRPr>
    </a:lvl2pPr>
    <a:lvl3pPr marL="1217613" indent="-303213" algn="l" defTabSz="608013" rtl="0" fontAlgn="base">
      <a:spcBef>
        <a:spcPct val="0"/>
      </a:spcBef>
      <a:spcAft>
        <a:spcPct val="0"/>
      </a:spcAft>
      <a:defRPr sz="3200" kern="1200">
        <a:solidFill>
          <a:schemeClr val="tx1"/>
        </a:solidFill>
        <a:latin typeface="Arial" charset="0"/>
        <a:ea typeface="ＭＳ Ｐゴシック" charset="0"/>
        <a:cs typeface="ＭＳ Ｐゴシック" charset="0"/>
      </a:defRPr>
    </a:lvl3pPr>
    <a:lvl4pPr marL="1825625" indent="-454025" algn="l" defTabSz="608013" rtl="0" fontAlgn="base">
      <a:spcBef>
        <a:spcPct val="0"/>
      </a:spcBef>
      <a:spcAft>
        <a:spcPct val="0"/>
      </a:spcAft>
      <a:defRPr sz="3200" kern="1200">
        <a:solidFill>
          <a:schemeClr val="tx1"/>
        </a:solidFill>
        <a:latin typeface="Arial" charset="0"/>
        <a:ea typeface="ＭＳ Ｐゴシック" charset="0"/>
        <a:cs typeface="ＭＳ Ｐゴシック" charset="0"/>
      </a:defRPr>
    </a:lvl4pPr>
    <a:lvl5pPr marL="2435225" indent="-606425" algn="l" defTabSz="608013" rtl="0" fontAlgn="base">
      <a:spcBef>
        <a:spcPct val="0"/>
      </a:spcBef>
      <a:spcAft>
        <a:spcPct val="0"/>
      </a:spcAft>
      <a:defRPr sz="3200" kern="1200">
        <a:solidFill>
          <a:schemeClr val="tx1"/>
        </a:solidFill>
        <a:latin typeface="Arial" charset="0"/>
        <a:ea typeface="ＭＳ Ｐゴシック" charset="0"/>
        <a:cs typeface="ＭＳ Ｐゴシック" charset="0"/>
      </a:defRPr>
    </a:lvl5pPr>
    <a:lvl6pPr marL="2286000" algn="l" defTabSz="457200" rtl="0" eaLnBrk="1" latinLnBrk="0" hangingPunct="1">
      <a:defRPr sz="3200" kern="1200">
        <a:solidFill>
          <a:schemeClr val="tx1"/>
        </a:solidFill>
        <a:latin typeface="Arial" charset="0"/>
        <a:ea typeface="ＭＳ Ｐゴシック" charset="0"/>
        <a:cs typeface="ＭＳ Ｐゴシック" charset="0"/>
      </a:defRPr>
    </a:lvl6pPr>
    <a:lvl7pPr marL="2743200" algn="l" defTabSz="457200" rtl="0" eaLnBrk="1" latinLnBrk="0" hangingPunct="1">
      <a:defRPr sz="3200" kern="1200">
        <a:solidFill>
          <a:schemeClr val="tx1"/>
        </a:solidFill>
        <a:latin typeface="Arial" charset="0"/>
        <a:ea typeface="ＭＳ Ｐゴシック" charset="0"/>
        <a:cs typeface="ＭＳ Ｐゴシック" charset="0"/>
      </a:defRPr>
    </a:lvl7pPr>
    <a:lvl8pPr marL="3200400" algn="l" defTabSz="457200" rtl="0" eaLnBrk="1" latinLnBrk="0" hangingPunct="1">
      <a:defRPr sz="3200" kern="1200">
        <a:solidFill>
          <a:schemeClr val="tx1"/>
        </a:solidFill>
        <a:latin typeface="Arial" charset="0"/>
        <a:ea typeface="ＭＳ Ｐゴシック" charset="0"/>
        <a:cs typeface="ＭＳ Ｐゴシック" charset="0"/>
      </a:defRPr>
    </a:lvl8pPr>
    <a:lvl9pPr marL="3657600" algn="l" defTabSz="457200" rtl="0" eaLnBrk="1" latinLnBrk="0" hangingPunct="1">
      <a:defRPr sz="32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EB60"/>
    <a:srgbClr val="E9683B"/>
    <a:srgbClr val="4CBA79"/>
    <a:srgbClr val="5454E9"/>
    <a:srgbClr val="865CF0"/>
    <a:srgbClr val="FF7F00"/>
    <a:srgbClr val="020B0F"/>
    <a:srgbClr val="000000"/>
    <a:srgbClr val="272166"/>
    <a:srgbClr val="FF400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3" autoAdjust="0"/>
    <p:restoredTop sz="95735" autoAdjust="0"/>
  </p:normalViewPr>
  <p:slideViewPr>
    <p:cSldViewPr snapToGrid="0" snapToObjects="1">
      <p:cViewPr varScale="1">
        <p:scale>
          <a:sx n="69" d="100"/>
          <a:sy n="69" d="100"/>
        </p:scale>
        <p:origin x="804" y="48"/>
      </p:cViewPr>
      <p:guideLst>
        <p:guide orient="horz" pos="2160"/>
        <p:guide pos="3839"/>
      </p:guideLst>
    </p:cSldViewPr>
  </p:slideViewPr>
  <p:notesTextViewPr>
    <p:cViewPr>
      <p:scale>
        <a:sx n="100" d="100"/>
        <a:sy n="100" d="100"/>
      </p:scale>
      <p:origin x="0" y="0"/>
    </p:cViewPr>
  </p:notesTextViewPr>
  <p:notesViewPr>
    <p:cSldViewPr snapToGrid="0" snapToObjects="1">
      <p:cViewPr varScale="1">
        <p:scale>
          <a:sx n="125" d="100"/>
          <a:sy n="125" d="100"/>
        </p:scale>
        <p:origin x="3480" y="1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608853"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defTabSz="608853">
              <a:defRPr sz="1200">
                <a:latin typeface="Calibri" charset="0"/>
              </a:defRPr>
            </a:lvl1pPr>
          </a:lstStyle>
          <a:p>
            <a:pPr>
              <a:defRPr/>
            </a:pPr>
            <a:fld id="{B2C1B9B7-088B-46A9-A3F2-80B88FAC16E6}" type="datetime1">
              <a:rPr lang="en-US" smtClean="0"/>
              <a:t>6/29/2026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defTabSz="608853" fontAlgn="auto">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defTabSz="608853">
              <a:defRPr sz="1200">
                <a:latin typeface="Calibri" charset="0"/>
              </a:defRPr>
            </a:lvl1pPr>
          </a:lstStyle>
          <a:p>
            <a:pPr>
              <a:defRPr/>
            </a:pPr>
            <a:fld id="{8A150AC2-2CAD-684B-9F3A-46AC5E45B09D}" type="slidenum">
              <a:rPr lang="en-US"/>
              <a:pPr>
                <a:defRPr/>
              </a:pPr>
              <a:t>‹#›</a:t>
            </a:fld>
            <a:endParaRPr lang="en-US"/>
          </a:p>
        </p:txBody>
      </p:sp>
    </p:spTree>
    <p:extLst>
      <p:ext uri="{BB962C8B-B14F-4D97-AF65-F5344CB8AC3E}">
        <p14:creationId xmlns:p14="http://schemas.microsoft.com/office/powerpoint/2010/main" val="3746699735"/>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defTabSz="608853"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defTabSz="608853">
              <a:defRPr sz="1200">
                <a:latin typeface="Calibri" charset="0"/>
              </a:defRPr>
            </a:lvl1pPr>
          </a:lstStyle>
          <a:p>
            <a:pPr>
              <a:defRPr/>
            </a:pPr>
            <a:fld id="{BB9C2EC6-AD02-4F3E-9C3F-7476C3BFCBFB}" type="datetime1">
              <a:rPr lang="en-US" smtClean="0"/>
              <a:t>6/29/2026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defTabSz="608853"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defTabSz="608853">
              <a:defRPr sz="1200">
                <a:latin typeface="Calibri" charset="0"/>
              </a:defRPr>
            </a:lvl1pPr>
          </a:lstStyle>
          <a:p>
            <a:pPr>
              <a:defRPr/>
            </a:pPr>
            <a:fld id="{B254687C-0F63-C543-8A00-A10F948442DF}" type="slidenum">
              <a:rPr lang="en-US"/>
              <a:pPr>
                <a:defRPr/>
              </a:pPr>
              <a:t>‹#›</a:t>
            </a:fld>
            <a:endParaRPr lang="en-US"/>
          </a:p>
        </p:txBody>
      </p:sp>
    </p:spTree>
    <p:extLst>
      <p:ext uri="{BB962C8B-B14F-4D97-AF65-F5344CB8AC3E}">
        <p14:creationId xmlns:p14="http://schemas.microsoft.com/office/powerpoint/2010/main" val="2363171003"/>
      </p:ext>
    </p:extLst>
  </p:cSld>
  <p:clrMap bg1="lt1" tx1="dk1" bg2="lt2" tx2="dk2" accent1="accent1" accent2="accent2" accent3="accent3" accent4="accent4" accent5="accent5" accent6="accent6" hlink="hlink" folHlink="folHlink"/>
  <p:hf/>
  <p:notesStyle>
    <a:lvl1pPr algn="l" defTabSz="608013" rtl="0" eaLnBrk="0" fontAlgn="base" hangingPunct="0">
      <a:spcBef>
        <a:spcPct val="30000"/>
      </a:spcBef>
      <a:spcAft>
        <a:spcPct val="0"/>
      </a:spcAft>
      <a:defRPr sz="1600" kern="1200">
        <a:solidFill>
          <a:schemeClr val="tx1"/>
        </a:solidFill>
        <a:latin typeface="+mn-lt"/>
        <a:ea typeface="ＭＳ Ｐゴシック" charset="0"/>
        <a:cs typeface="ＭＳ Ｐゴシック" charset="0"/>
      </a:defRPr>
    </a:lvl1pPr>
    <a:lvl2pPr marL="608013" algn="l" defTabSz="608013" rtl="0" eaLnBrk="0" fontAlgn="base" hangingPunct="0">
      <a:spcBef>
        <a:spcPct val="30000"/>
      </a:spcBef>
      <a:spcAft>
        <a:spcPct val="0"/>
      </a:spcAft>
      <a:defRPr sz="1600" kern="1200">
        <a:solidFill>
          <a:schemeClr val="tx1"/>
        </a:solidFill>
        <a:latin typeface="+mn-lt"/>
        <a:ea typeface="ＭＳ Ｐゴシック" charset="0"/>
        <a:cs typeface="+mn-cs"/>
      </a:defRPr>
    </a:lvl2pPr>
    <a:lvl3pPr marL="1217613" algn="l" defTabSz="608013" rtl="0" eaLnBrk="0" fontAlgn="base" hangingPunct="0">
      <a:spcBef>
        <a:spcPct val="30000"/>
      </a:spcBef>
      <a:spcAft>
        <a:spcPct val="0"/>
      </a:spcAft>
      <a:defRPr sz="1600" kern="1200">
        <a:solidFill>
          <a:schemeClr val="tx1"/>
        </a:solidFill>
        <a:latin typeface="+mn-lt"/>
        <a:ea typeface="ＭＳ Ｐゴシック" charset="0"/>
        <a:cs typeface="+mn-cs"/>
      </a:defRPr>
    </a:lvl3pPr>
    <a:lvl4pPr marL="1825625" algn="l" defTabSz="608013" rtl="0" eaLnBrk="0" fontAlgn="base" hangingPunct="0">
      <a:spcBef>
        <a:spcPct val="30000"/>
      </a:spcBef>
      <a:spcAft>
        <a:spcPct val="0"/>
      </a:spcAft>
      <a:defRPr sz="1600" kern="1200">
        <a:solidFill>
          <a:schemeClr val="tx1"/>
        </a:solidFill>
        <a:latin typeface="+mn-lt"/>
        <a:ea typeface="ＭＳ Ｐゴシック" charset="0"/>
        <a:cs typeface="+mn-cs"/>
      </a:defRPr>
    </a:lvl4pPr>
    <a:lvl5pPr marL="2435225" algn="l" defTabSz="608013" rtl="0" eaLnBrk="0" fontAlgn="base" hangingPunct="0">
      <a:spcBef>
        <a:spcPct val="30000"/>
      </a:spcBef>
      <a:spcAft>
        <a:spcPct val="0"/>
      </a:spcAft>
      <a:defRPr sz="1600" kern="1200">
        <a:solidFill>
          <a:schemeClr val="tx1"/>
        </a:solidFill>
        <a:latin typeface="+mn-lt"/>
        <a:ea typeface="ＭＳ Ｐゴシック" charset="0"/>
        <a:cs typeface="+mn-cs"/>
      </a:defRPr>
    </a:lvl5pPr>
    <a:lvl6pPr marL="3044266" algn="l" defTabSz="608853" rtl="0" eaLnBrk="1" latinLnBrk="0" hangingPunct="1">
      <a:defRPr sz="1600" kern="1200">
        <a:solidFill>
          <a:schemeClr val="tx1"/>
        </a:solidFill>
        <a:latin typeface="+mn-lt"/>
        <a:ea typeface="+mn-ea"/>
        <a:cs typeface="+mn-cs"/>
      </a:defRPr>
    </a:lvl6pPr>
    <a:lvl7pPr marL="3653119" algn="l" defTabSz="608853" rtl="0" eaLnBrk="1" latinLnBrk="0" hangingPunct="1">
      <a:defRPr sz="1600" kern="1200">
        <a:solidFill>
          <a:schemeClr val="tx1"/>
        </a:solidFill>
        <a:latin typeface="+mn-lt"/>
        <a:ea typeface="+mn-ea"/>
        <a:cs typeface="+mn-cs"/>
      </a:defRPr>
    </a:lvl7pPr>
    <a:lvl8pPr marL="4261973" algn="l" defTabSz="608853" rtl="0" eaLnBrk="1" latinLnBrk="0" hangingPunct="1">
      <a:defRPr sz="1600" kern="1200">
        <a:solidFill>
          <a:schemeClr val="tx1"/>
        </a:solidFill>
        <a:latin typeface="+mn-lt"/>
        <a:ea typeface="+mn-ea"/>
        <a:cs typeface="+mn-cs"/>
      </a:defRPr>
    </a:lvl8pPr>
    <a:lvl9pPr marL="4870826" algn="l" defTabSz="608853"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Buenos días. En esta exposición presentamos un avance parcial del proyecto LLM-driven Ontology Construction for Bioprocesses, desarrollado en el marco de Proyecto de Innovación II de la Maestría en Inteligencia Artificial Aplicada de la Universidad ICESI. El proyecto pertenece a INRAe y cuenta con la asesoría de Jairo Alexander Astudillo Lagos. Es importante aclarar desde el inicio que esta presentación no muestra una ontología final ni resultados cerrados; muestra el avance metodológico y los artefactos preliminares disponibles en el repositorio. La idea central es apoyar la construcción de una ontología multiescala para bioprocesos y biorreactores usando modelos de lenguaje grandes como asistentes de ingeniería ontológica, siempre con trazabilidad documental y validación experta posterior.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punto de partida del proyecto es la heterogeneidad. Un biorreactor de micro o mini escala, como BioLector XT, no se describe con los mismos elementos técnicos que un sistema de laboratorio o una configuración de 5 o 10 litros. Cambian los volúmenes, los mecanismos de mezcla, las variables monitorizadas, los instrumentos y también el vocabulario. Desde la perspectiva de inteligencia artificial aplicada, el problema no es únicamente almacenar documentos, sino estructurar el conocimiento para que pueda compararse y reutilizarse entre escalas. Por eso aparece la necesidad de una ontología: una representación común, interoperable y trazable, que permita conectar variables, sensores, actuadores, fases, eventos y equivalencias semánticas sin perder la evidencia documental que sustenta cada afirmación.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problema central se puede resumir así: existe información relevante para describir biorreactores, pero esa información está fragmentada y no siempre usa los mismos términos. El repositorio define como objetivo desarrollar una ontología multiescala de bioprocesos, cubriendo biorreactores micro o mini, de laboratorio, piloto e industrial, y usando al menos tres modelos de lenguaje grandes. Los objetivos específicos documentados incluyen definir el alcance, formular preguntas de competencia, generar ontologías candidatas, consolidarlas en OWL, modelar escala, disponibilidad de sensores y actuadores, y validar con expertos. Aquí debemos ser rigurosos: estos objetivos describen la meta del proyecto, pero el repositorio todavía muestra principalmente insumos, prompts, corpus, respuestas y triadas candidatas; no una versión final validada.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entender la metodología, conviene separar cinco ideas. Una ontología es un modelo explícito del dominio: define clases, relaciones y, más adelante, restricciones. OWL y RDF permiten representar ese conocimiento en una forma legible por máquinas, por ejemplo usando triadas sujeto, predicado y objeto. Las preguntas de competencia son importantes porque obligan a definir qué debe responder la ontología; no se modela todo, sino lo que responde al alcance. El corpus curado funciona como base de evidencia: cada afirmación debe conectarse con un documento o fragmento. Finalmente, los LLMs se usan como asistentes para proponer conceptos y relaciones. La fuente de verdad no es el modelo; la fuente de verdad es el documento y, después, la validación experta.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metodología propuesta se organiza como un flujo de construcción asistida. Primero se formulan preguntas de competencia para delimitar el alcance. Luego se construye un corpus curado, es decir, un conjunto de documentos o fragmentos que sirven como evidencia. Después, los tres LLMs trabajan con condiciones equivalentes: mismo tipo de pregunta, mismas reglas de trazabilidad y mismo corpus suministrado. Cada modelo produce conceptos, relaciones y triadas candidatas. Esas salidas no se aceptan automáticamente; se comparan, se deduplican, se normalizan y se armonizan. El resultado esperado es una consolidación OWL/RDF, pero todavía con validación experta y pruebas de coherencia pendientes. Por eso la diapositiva distingue explícitamente lo realizado, lo que está en curso y lo pendiente.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diapositiva muestra el modelo conceptual, no como ontología final, sino como grafo editable de conceptos candidatos. En el centro se ubica BioreactorSystem, que puede conectarse con la escala, el volumen de trabajo, las variables de operación, modos de proceso, eventos, sensores, actuadores y sistemas de control. A partir de las evidencias del corpus aparecen sistemas como BioLector XT, Biostat B y UniVessel Glass. Por ejemplo, BioLector XT se relaciona con monitoreo de biomasa, pH, oxígeno disuelto y fluorescencia; mientras que las configuraciones Sartorius o UniVessel se asocian con volúmenes de 5 y 10 litros y variables de control. Lo importante es que el grafo permite ver dónde hay evidencia directa y dónde todavía existen equivalencias funcionales que requieren validación experta.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repositorio evidencia una estrategia comparativa basada en al menos tres LLMs. La idea metodológica es evitar que una sola salida determine la ontología. Cada modelo recibe condiciones equivalentes y produce conceptos, relaciones y triadas candidatas, además de campos de trazabilidad como fuente, evidencia, confianza y necesidad de validación experta. Luego se comparan esas salidas para encontrar coincidencias, duplicados, diferencias de nombre y posibles contradicciones. Esta etapa es crítica porque los LLMs pueden usar diferentes términos para la misma idea o proponer relaciones con distinto nivel de soporte. La consolidación no consiste en escoger una respuesta, sino en armonizar las propuestas y conservar únicamente lo que pueda justificarse documentalmente y revisarse con expertos.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diapositiva conviene anexarla porque ayuda a que el jurado entienda los límites de la investigación. El proyecto no intenta modelar todo el universo de los bioprocesos. La primera versión se concentra en biorreactores y en la comparación entre escalas: BioLector XT como micro o mini escala, Sartorius de 5 litros como escala de laboratorio y Sartorius de 10 litros como transición hacia lab-piloto. Dentro del alcance entran tipos de biorreactor, variables de operación, sensores, actuadores, fases, eventos y equivalencias entre escalas. Por ahora quedan fuera el modelado cinético detallado, purificación, recuperación, evaluación económica y control automático avanzado. Esta separación fortalece la presentación porque muestra viabilidad y control metodológico.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diapositiva también es conveniente porque aclara que no todas las preguntas cumplen la misma función. En el avance se separan cinco niveles. El primer nivel define alcance y límites; el segundo orienta la extracción de conocimiento y la construcción del corpus; el tercero corresponde a preguntas de competencia, que permiten evaluar si la ontología puede responder algo útil; el cuarto transforma el conocimiento en decisiones de diseño OWL o RDF; y el quinto apunta a validación. Esta separación evita una debilidad común en proyectos ontológicos: mezclar preguntas de investigación, preguntas de búsqueda documental y preguntas de evaluación. La salida esperada es una matriz trazable que conecte preguntas, fuentes, conceptos, relaciones, triadas, decisiones OWL y validación.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diapositiva toma la idea de los criterios de evaluación que aparece en el material anexado y la convierte en una visual editable. Es recomendable incluirla porque responde una pregunta que probablemente hará el jurado: por qué esos modelos y no otros. La ponderación prioriza razonamiento ontológico con veinticinco por ciento y generación de preguntas de competencia con veinte por ciento, porque el proyecto no busca únicamente producir texto, sino generar estructuras útiles para una ontología. También se consideran disponibilidad, costo computacional, respaldo en literatura, triangulación arquitectónica y compatibilidad con prompts controlados. La lectura debe ser prudente: estos criterios ayudan a justificar la selección, pero no constituyen todavía una evaluación experimental final de desempeño.</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diapositiva es visualmente fuerte y conviene anexarla porque deja clara la función de cada modelo. GPT-4o aparece como modelo de referencia por su rendimiento en planificación y extracción condicionada. LLaMA-3 aporta una opción abierta, ajustable y viable para iteraciones académicas. Claude Sonnet funciona como modelo complementario con una arquitectura diferente, útil para observar discrepancias sistemáticas. El valor metodológico no está en declarar un ganador inmediato, sino en triangular salidas: si tres modelos, bajo el mismo corpus y el mismo prompt, proponen conceptos similares, aumenta la confianza preliminar. Si discrepan, esas diferencias se convierten en insumo para revisión, armonización y validación experta.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términos de avance, el repositorio ya muestra varios artefactos intermedios. Hay preguntas o unidades ALC organizadas desde ALC-01 hasta ALC-08, carpetas para tres LLMs y, dentro de cada unidad, archivos como corpus.md, corpus.csv, paquetes de extracción y planificación del corpus. Esto permite afirmar que el proyecto ha avanzado en delimitación, curaduría documental y extracción asistida. También se observa una estructura que permite comparar Llama 3, GPT-4o y Claude Sonnet. Sin embargo, es importante no sobredimensionar el estado: no se debe presentar una ontología OWL final validada si no está disponible como artefacto cerrado. La validación experta aparece como una necesidad recurrente y, por tanto, sigue siendo un paso futuro.</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Aquí se muestran ejemplos trazables, pero con una advertencia metodológica: son candidatos, no axiomas definitivos. La pregunta ALC-01 pregunta qué se entiende por biorreactor dentro del proyecto y permite distinguir BioLector XT, Biostat B y UniVessel Glass desde evidencia documental. Como ejemplo de triada, el corpus registra que UniVessel Glass está disponible en volúmenes de trabajo de 5 y 10 litros, con referencia a la página 8 del documento fuente. También se registra que Biostat B controla temperatura, pH, oxígeno disuelto y velocidad del agitador en la página 22 del documento Biostat B. Para BioLector XT, se reporta monitoreo en línea de biomasa, pH, DO y fluorescencia. La clave de la diapositiva es que cada ejemplo conserva fuente, página o ubicación, enlace y estado.</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metodología tiene riesgos que deben ser controlados. El primero es la cobertura del corpus: si faltan documentos operativos, manuales o SOPs, la ontología quedará incompleta. El segundo es la calidad de la evidencia: algunas salidas registran fuentes con página exacta, mientras que otras solo indican ubicación general. Tercero, los LLMs pueden variar en términos, relaciones y granularidad. Cuarto, existe el riesgo de alucinaciones; por eso los prompts obligan a no inventar fuentes y a declarar lo no establecido. También existe heterogeneidad terminológica, por ejemplo entre monitoreo y control, o entre velocidad de agitación y velocidad de agitador. Finalmente, la validación experta es indispensable para decidir equivalencias, clases, propiedades y axiomas OWL.</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cerrar, el aporte esperado de esta investigación es construir una representación OWL/RDF interoperable y multiescala para bioprocesos y biorreactores. El avance actual es significativo porque ya existe una metodología documentada, preguntas de competencia, corpus curado y salidas candidatas generadas con tres modelos de lenguaje. Sin embargo, el proyecto debe seguir tratándose como un avance parcial. Los próximos pasos son consolidar las ontologías candidatas, formalizar la ontología en OWL, validar con expertos de dominio, ejecutar pruebas de coherencia, documentar decisiones de modelado y construir la versión final. En la parte derecha se dejan referencias con hipervínculos editables hacia el repositorio, los prompts, los corpus ALC usados como ejemplo y los documentos PDF fuente cuando están disponibles.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cerrar, el aporte esperado de esta investigación es construir una representación OWL/RDF interoperable y multiescala para bioprocesos y biorreactores. El avance actual es significativo porque ya existe una metodología documentada, preguntas de competencia, corpus curado y salidas candidatas generadas con tres modelos de lenguaje. Sin embargo, el proyecto debe seguir tratándose como un avance parcial. Los próximos pasos son consolidar las ontologías candidatas, formalizar la ontología en OWL, validar con expertos de dominio, ejecutar pruebas de coherencia, documentar decisiones de modelado y construir la versión final. En la parte derecha se dejan referencias con hipervínculos editables hacia el repositorio, los prompts, los corpus ALC usados como ejemplo y los documentos PDF fuente cuando están disponibles.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90730936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3.sv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 Id="rId5" Type="http://schemas.openxmlformats.org/officeDocument/2006/relationships/image" Target="../media/image13.svg"/><Relationship Id="rId4"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4.svg"/><Relationship Id="rId2" Type="http://schemas.openxmlformats.org/officeDocument/2006/relationships/image" Target="../media/image9.pn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3.xml"/><Relationship Id="rId5" Type="http://schemas.openxmlformats.org/officeDocument/2006/relationships/image" Target="../media/image2.svg"/><Relationship Id="rId4"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4.svg"/><Relationship Id="rId2" Type="http://schemas.openxmlformats.org/officeDocument/2006/relationships/image" Target="../media/image9.pn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4.svg"/><Relationship Id="rId2" Type="http://schemas.openxmlformats.org/officeDocument/2006/relationships/image" Target="../media/image9.png"/><Relationship Id="rId1" Type="http://schemas.openxmlformats.org/officeDocument/2006/relationships/slideMaster" Target="../slideMasters/slideMaster3.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A">
    <p:bg>
      <p:bgPr>
        <a:solidFill>
          <a:srgbClr val="5454E9"/>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2AB9AEDC-188E-354C-A07D-5C3EE040B805}"/>
              </a:ext>
            </a:extLst>
          </p:cNvPr>
          <p:cNvSpPr/>
          <p:nvPr userDrawn="1"/>
        </p:nvSpPr>
        <p:spPr>
          <a:xfrm>
            <a:off x="488455" y="4681925"/>
            <a:ext cx="4171468" cy="991739"/>
          </a:xfrm>
          <a:prstGeom prst="rect">
            <a:avLst/>
          </a:prstGeom>
          <a:solidFill>
            <a:srgbClr val="E4EB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9" name="Rectángulo 8">
            <a:extLst>
              <a:ext uri="{FF2B5EF4-FFF2-40B4-BE49-F238E27FC236}">
                <a16:creationId xmlns:a16="http://schemas.microsoft.com/office/drawing/2014/main" id="{33A07A76-CBC0-1E49-8670-6E1B3AA263E1}"/>
              </a:ext>
            </a:extLst>
          </p:cNvPr>
          <p:cNvSpPr/>
          <p:nvPr userDrawn="1"/>
        </p:nvSpPr>
        <p:spPr>
          <a:xfrm>
            <a:off x="488455" y="2782786"/>
            <a:ext cx="5877176" cy="198264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10" name="Título 9">
            <a:extLst>
              <a:ext uri="{FF2B5EF4-FFF2-40B4-BE49-F238E27FC236}">
                <a16:creationId xmlns:a16="http://schemas.microsoft.com/office/drawing/2014/main" id="{7DE7DF8D-6479-FE4C-9724-9DC214F30E50}"/>
              </a:ext>
            </a:extLst>
          </p:cNvPr>
          <p:cNvSpPr>
            <a:spLocks noGrp="1"/>
          </p:cNvSpPr>
          <p:nvPr>
            <p:ph type="title" hasCustomPrompt="1"/>
          </p:nvPr>
        </p:nvSpPr>
        <p:spPr>
          <a:xfrm>
            <a:off x="696779" y="3048000"/>
            <a:ext cx="5397633" cy="1467949"/>
          </a:xfrm>
        </p:spPr>
        <p:txBody>
          <a:bodyPr anchor="b">
            <a:noAutofit/>
          </a:bodyPr>
          <a:lstStyle>
            <a:lvl1pPr>
              <a:defRPr sz="3200" b="0">
                <a:solidFill>
                  <a:srgbClr val="5454E9"/>
                </a:solidFill>
              </a:defRPr>
            </a:lvl1pPr>
          </a:lstStyle>
          <a:p>
            <a:r>
              <a:rPr lang="en-US" dirty="0" err="1"/>
              <a:t>Título</a:t>
            </a:r>
            <a:r>
              <a:rPr lang="en-US" dirty="0"/>
              <a:t> de la </a:t>
            </a:r>
            <a:r>
              <a:rPr lang="en-US" dirty="0" err="1"/>
              <a:t>presentación</a:t>
            </a:r>
            <a:endParaRPr lang="es-CO" dirty="0"/>
          </a:p>
        </p:txBody>
      </p:sp>
      <p:sp>
        <p:nvSpPr>
          <p:cNvPr id="13" name="Marcador de texto 11">
            <a:extLst>
              <a:ext uri="{FF2B5EF4-FFF2-40B4-BE49-F238E27FC236}">
                <a16:creationId xmlns:a16="http://schemas.microsoft.com/office/drawing/2014/main" id="{68424664-B54D-8AA3-6F33-12416094FBAD}"/>
              </a:ext>
            </a:extLst>
          </p:cNvPr>
          <p:cNvSpPr>
            <a:spLocks noGrp="1"/>
          </p:cNvSpPr>
          <p:nvPr>
            <p:ph type="body" sz="quarter" idx="12" hasCustomPrompt="1"/>
          </p:nvPr>
        </p:nvSpPr>
        <p:spPr>
          <a:xfrm>
            <a:off x="696779" y="4942976"/>
            <a:ext cx="3736676" cy="522287"/>
          </a:xfrm>
          <a:prstGeom prst="rect">
            <a:avLst/>
          </a:prstGeom>
        </p:spPr>
        <p:txBody>
          <a:bodyPr anchor="t"/>
          <a:lstStyle>
            <a:lvl1pPr algn="l">
              <a:defRPr sz="2000" b="0">
                <a:solidFill>
                  <a:schemeClr val="tx1"/>
                </a:solidFill>
              </a:defRPr>
            </a:lvl1pPr>
          </a:lstStyle>
          <a:p>
            <a:r>
              <a:rPr lang="es-CO" dirty="0"/>
              <a:t>Subtítulo de la presentación</a:t>
            </a:r>
          </a:p>
        </p:txBody>
      </p:sp>
      <p:pic>
        <p:nvPicPr>
          <p:cNvPr id="11" name="Gráfico 10">
            <a:extLst>
              <a:ext uri="{FF2B5EF4-FFF2-40B4-BE49-F238E27FC236}">
                <a16:creationId xmlns:a16="http://schemas.microsoft.com/office/drawing/2014/main" id="{BB0212C9-E893-9F47-9360-0D6DE02C9B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25560" y="503315"/>
            <a:ext cx="2844412" cy="1188000"/>
          </a:xfrm>
          <a:prstGeom prst="rect">
            <a:avLst/>
          </a:prstGeom>
        </p:spPr>
      </p:pic>
      <p:pic>
        <p:nvPicPr>
          <p:cNvPr id="12" name="Gráfico 11">
            <a:extLst>
              <a:ext uri="{FF2B5EF4-FFF2-40B4-BE49-F238E27FC236}">
                <a16:creationId xmlns:a16="http://schemas.microsoft.com/office/drawing/2014/main" id="{5F74A43B-3477-D645-8C34-676A7A715DD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492050" y="570632"/>
            <a:ext cx="1271215" cy="1123549"/>
          </a:xfrm>
          <a:prstGeom prst="rect">
            <a:avLst/>
          </a:prstGeom>
        </p:spPr>
      </p:pic>
    </p:spTree>
    <p:extLst>
      <p:ext uri="{BB962C8B-B14F-4D97-AF65-F5344CB8AC3E}">
        <p14:creationId xmlns:p14="http://schemas.microsoft.com/office/powerpoint/2010/main" val="581632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a B">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ED8ECD60-A8CA-624A-AB38-8B45C11E5FD2}"/>
              </a:ext>
            </a:extLst>
          </p:cNvPr>
          <p:cNvSpPr/>
          <p:nvPr userDrawn="1"/>
        </p:nvSpPr>
        <p:spPr>
          <a:xfrm>
            <a:off x="5029199" y="-140677"/>
            <a:ext cx="7332786" cy="7174523"/>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9" name="Rectángulo 8">
            <a:extLst>
              <a:ext uri="{FF2B5EF4-FFF2-40B4-BE49-F238E27FC236}">
                <a16:creationId xmlns:a16="http://schemas.microsoft.com/office/drawing/2014/main" id="{5235861E-BC0D-EA47-B516-5487EB3B1660}"/>
              </a:ext>
            </a:extLst>
          </p:cNvPr>
          <p:cNvSpPr/>
          <p:nvPr userDrawn="1"/>
        </p:nvSpPr>
        <p:spPr>
          <a:xfrm>
            <a:off x="2321169" y="6001831"/>
            <a:ext cx="10040816" cy="1032015"/>
          </a:xfrm>
          <a:prstGeom prst="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10" name="Título 9">
            <a:extLst>
              <a:ext uri="{FF2B5EF4-FFF2-40B4-BE49-F238E27FC236}">
                <a16:creationId xmlns:a16="http://schemas.microsoft.com/office/drawing/2014/main" id="{7DE7DF8D-6479-FE4C-9724-9DC214F30E50}"/>
              </a:ext>
            </a:extLst>
          </p:cNvPr>
          <p:cNvSpPr>
            <a:spLocks noGrp="1"/>
          </p:cNvSpPr>
          <p:nvPr>
            <p:ph type="title" hasCustomPrompt="1"/>
          </p:nvPr>
        </p:nvSpPr>
        <p:spPr>
          <a:xfrm>
            <a:off x="5430982" y="2078183"/>
            <a:ext cx="6400800" cy="1909168"/>
          </a:xfrm>
        </p:spPr>
        <p:txBody>
          <a:bodyPr anchor="b">
            <a:noAutofit/>
          </a:bodyPr>
          <a:lstStyle>
            <a:lvl1pPr>
              <a:defRPr sz="3200" b="0">
                <a:solidFill>
                  <a:schemeClr val="bg1"/>
                </a:solidFill>
              </a:defRPr>
            </a:lvl1pPr>
          </a:lstStyle>
          <a:p>
            <a:r>
              <a:rPr lang="en-US" dirty="0" err="1"/>
              <a:t>Título</a:t>
            </a:r>
            <a:r>
              <a:rPr lang="en-US" dirty="0"/>
              <a:t> de la </a:t>
            </a:r>
            <a:r>
              <a:rPr lang="en-US" dirty="0" err="1"/>
              <a:t>presentación</a:t>
            </a:r>
            <a:endParaRPr lang="es-CO" dirty="0"/>
          </a:p>
        </p:txBody>
      </p:sp>
      <p:sp>
        <p:nvSpPr>
          <p:cNvPr id="13" name="Marcador de texto 11">
            <a:extLst>
              <a:ext uri="{FF2B5EF4-FFF2-40B4-BE49-F238E27FC236}">
                <a16:creationId xmlns:a16="http://schemas.microsoft.com/office/drawing/2014/main" id="{68424664-B54D-8AA3-6F33-12416094FBAD}"/>
              </a:ext>
            </a:extLst>
          </p:cNvPr>
          <p:cNvSpPr>
            <a:spLocks noGrp="1"/>
          </p:cNvSpPr>
          <p:nvPr>
            <p:ph type="body" sz="quarter" idx="12" hasCustomPrompt="1"/>
          </p:nvPr>
        </p:nvSpPr>
        <p:spPr>
          <a:xfrm>
            <a:off x="5425029" y="4139088"/>
            <a:ext cx="6411722" cy="668439"/>
          </a:xfrm>
          <a:prstGeom prst="rect">
            <a:avLst/>
          </a:prstGeom>
        </p:spPr>
        <p:txBody>
          <a:bodyPr anchor="t"/>
          <a:lstStyle>
            <a:lvl1pPr marL="455613" marR="0" indent="-455613" algn="l" defTabSz="608013" rtl="0" eaLnBrk="1" fontAlgn="base" latinLnBrk="0" hangingPunct="1">
              <a:lnSpc>
                <a:spcPct val="130000"/>
              </a:lnSpc>
              <a:spcBef>
                <a:spcPct val="20000"/>
              </a:spcBef>
              <a:spcAft>
                <a:spcPct val="0"/>
              </a:spcAft>
              <a:buClrTx/>
              <a:buSzTx/>
              <a:buFont typeface="Arial" charset="0"/>
              <a:buNone/>
              <a:tabLst/>
              <a:defRPr sz="2400" b="0">
                <a:solidFill>
                  <a:schemeClr val="bg1"/>
                </a:solidFill>
              </a:defRPr>
            </a:lvl1pPr>
          </a:lstStyle>
          <a:p>
            <a:pPr marL="455613" marR="0" lvl="0" indent="-455613" algn="l" defTabSz="608013" rtl="0" eaLnBrk="1" fontAlgn="base" latinLnBrk="0" hangingPunct="1">
              <a:lnSpc>
                <a:spcPct val="130000"/>
              </a:lnSpc>
              <a:spcBef>
                <a:spcPct val="20000"/>
              </a:spcBef>
              <a:spcAft>
                <a:spcPct val="0"/>
              </a:spcAft>
              <a:buClrTx/>
              <a:buSzTx/>
              <a:buFont typeface="Arial" charset="0"/>
              <a:buNone/>
              <a:tabLst/>
              <a:defRPr/>
            </a:pPr>
            <a:r>
              <a:rPr lang="es-CO" dirty="0"/>
              <a:t>Subtítulo de la presentación</a:t>
            </a:r>
          </a:p>
        </p:txBody>
      </p:sp>
      <p:sp>
        <p:nvSpPr>
          <p:cNvPr id="11" name="Marcador de texto 11">
            <a:extLst>
              <a:ext uri="{FF2B5EF4-FFF2-40B4-BE49-F238E27FC236}">
                <a16:creationId xmlns:a16="http://schemas.microsoft.com/office/drawing/2014/main" id="{2A0A2418-5809-4046-953D-5D104B68C874}"/>
              </a:ext>
            </a:extLst>
          </p:cNvPr>
          <p:cNvSpPr>
            <a:spLocks noGrp="1"/>
          </p:cNvSpPr>
          <p:nvPr>
            <p:ph type="body" sz="quarter" idx="13" hasCustomPrompt="1"/>
          </p:nvPr>
        </p:nvSpPr>
        <p:spPr>
          <a:xfrm>
            <a:off x="2737247" y="6167424"/>
            <a:ext cx="6411722" cy="522287"/>
          </a:xfrm>
          <a:prstGeom prst="rect">
            <a:avLst/>
          </a:prstGeom>
        </p:spPr>
        <p:txBody>
          <a:bodyPr anchor="t"/>
          <a:lstStyle>
            <a:lvl1pPr algn="l">
              <a:defRPr sz="1800" b="0">
                <a:solidFill>
                  <a:schemeClr val="bg1"/>
                </a:solidFill>
              </a:defRPr>
            </a:lvl1pPr>
          </a:lstStyle>
          <a:p>
            <a:r>
              <a:rPr lang="es-ES" dirty="0"/>
              <a:t>Día – Mes – Año</a:t>
            </a:r>
            <a:endParaRPr lang="es-CO" dirty="0"/>
          </a:p>
        </p:txBody>
      </p:sp>
      <p:pic>
        <p:nvPicPr>
          <p:cNvPr id="12" name="Gráfico 11">
            <a:extLst>
              <a:ext uri="{FF2B5EF4-FFF2-40B4-BE49-F238E27FC236}">
                <a16:creationId xmlns:a16="http://schemas.microsoft.com/office/drawing/2014/main" id="{385D0AC3-7193-7741-B6FE-6BE7BA5B91B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0527" y="473679"/>
            <a:ext cx="2844412" cy="1188000"/>
          </a:xfrm>
          <a:prstGeom prst="rect">
            <a:avLst/>
          </a:prstGeom>
        </p:spPr>
      </p:pic>
      <p:pic>
        <p:nvPicPr>
          <p:cNvPr id="14" name="Gráfico 13">
            <a:extLst>
              <a:ext uri="{FF2B5EF4-FFF2-40B4-BE49-F238E27FC236}">
                <a16:creationId xmlns:a16="http://schemas.microsoft.com/office/drawing/2014/main" id="{C7DCB827-0AEE-4841-A5E6-8B18B7CF4F9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492050" y="570632"/>
            <a:ext cx="1271215" cy="1123549"/>
          </a:xfrm>
          <a:prstGeom prst="rect">
            <a:avLst/>
          </a:prstGeom>
        </p:spPr>
      </p:pic>
    </p:spTree>
    <p:extLst>
      <p:ext uri="{BB962C8B-B14F-4D97-AF65-F5344CB8AC3E}">
        <p14:creationId xmlns:p14="http://schemas.microsoft.com/office/powerpoint/2010/main" val="1402394402"/>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ada C">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AE59908A-AD04-3E4B-ABCA-989AB9E137A1}"/>
              </a:ext>
            </a:extLst>
          </p:cNvPr>
          <p:cNvSpPr/>
          <p:nvPr userDrawn="1"/>
        </p:nvSpPr>
        <p:spPr>
          <a:xfrm>
            <a:off x="-211015" y="4484077"/>
            <a:ext cx="12573000" cy="2549769"/>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pic>
        <p:nvPicPr>
          <p:cNvPr id="12" name="Gráfico 11">
            <a:extLst>
              <a:ext uri="{FF2B5EF4-FFF2-40B4-BE49-F238E27FC236}">
                <a16:creationId xmlns:a16="http://schemas.microsoft.com/office/drawing/2014/main" id="{A2A68501-84A2-3345-8FDA-B834A5C2625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8345" y="5381052"/>
            <a:ext cx="12908591" cy="1547286"/>
          </a:xfrm>
          <a:prstGeom prst="rect">
            <a:avLst/>
          </a:prstGeom>
        </p:spPr>
      </p:pic>
      <p:sp>
        <p:nvSpPr>
          <p:cNvPr id="10" name="Título 9">
            <a:extLst>
              <a:ext uri="{FF2B5EF4-FFF2-40B4-BE49-F238E27FC236}">
                <a16:creationId xmlns:a16="http://schemas.microsoft.com/office/drawing/2014/main" id="{7DE7DF8D-6479-FE4C-9724-9DC214F30E50}"/>
              </a:ext>
            </a:extLst>
          </p:cNvPr>
          <p:cNvSpPr>
            <a:spLocks noGrp="1"/>
          </p:cNvSpPr>
          <p:nvPr>
            <p:ph type="title" hasCustomPrompt="1"/>
          </p:nvPr>
        </p:nvSpPr>
        <p:spPr>
          <a:xfrm>
            <a:off x="502816" y="2937092"/>
            <a:ext cx="8416331" cy="1317095"/>
          </a:xfrm>
        </p:spPr>
        <p:txBody>
          <a:bodyPr anchor="b">
            <a:noAutofit/>
          </a:bodyPr>
          <a:lstStyle>
            <a:lvl1pPr>
              <a:defRPr sz="3200" b="0">
                <a:solidFill>
                  <a:srgbClr val="5454E9"/>
                </a:solidFill>
              </a:defRPr>
            </a:lvl1pPr>
          </a:lstStyle>
          <a:p>
            <a:r>
              <a:rPr lang="en-US" dirty="0" err="1"/>
              <a:t>Título</a:t>
            </a:r>
            <a:r>
              <a:rPr lang="en-US" dirty="0"/>
              <a:t> de la </a:t>
            </a:r>
            <a:r>
              <a:rPr lang="en-US" dirty="0" err="1"/>
              <a:t>presentación</a:t>
            </a:r>
            <a:endParaRPr lang="es-CO" dirty="0"/>
          </a:p>
        </p:txBody>
      </p:sp>
      <p:sp>
        <p:nvSpPr>
          <p:cNvPr id="13" name="Marcador de texto 11">
            <a:extLst>
              <a:ext uri="{FF2B5EF4-FFF2-40B4-BE49-F238E27FC236}">
                <a16:creationId xmlns:a16="http://schemas.microsoft.com/office/drawing/2014/main" id="{68424664-B54D-8AA3-6F33-12416094FBAD}"/>
              </a:ext>
            </a:extLst>
          </p:cNvPr>
          <p:cNvSpPr>
            <a:spLocks noGrp="1"/>
          </p:cNvSpPr>
          <p:nvPr>
            <p:ph type="body" sz="quarter" idx="12" hasCustomPrompt="1"/>
          </p:nvPr>
        </p:nvSpPr>
        <p:spPr>
          <a:xfrm>
            <a:off x="488455" y="4766150"/>
            <a:ext cx="8430692" cy="522287"/>
          </a:xfrm>
          <a:prstGeom prst="rect">
            <a:avLst/>
          </a:prstGeom>
        </p:spPr>
        <p:txBody>
          <a:bodyPr anchor="t"/>
          <a:lstStyle>
            <a:lvl1pPr marL="455613" marR="0" indent="-455613" algn="l" defTabSz="608013" rtl="0" eaLnBrk="1" fontAlgn="base" latinLnBrk="0" hangingPunct="1">
              <a:lnSpc>
                <a:spcPct val="130000"/>
              </a:lnSpc>
              <a:spcBef>
                <a:spcPct val="20000"/>
              </a:spcBef>
              <a:spcAft>
                <a:spcPct val="0"/>
              </a:spcAft>
              <a:buClrTx/>
              <a:buSzTx/>
              <a:buFont typeface="Arial" charset="0"/>
              <a:buNone/>
              <a:tabLst/>
              <a:defRPr sz="2000" b="0">
                <a:solidFill>
                  <a:schemeClr val="bg1"/>
                </a:solidFill>
              </a:defRPr>
            </a:lvl1pPr>
          </a:lstStyle>
          <a:p>
            <a:pPr marL="455613" marR="0" lvl="0" indent="-455613" algn="l" defTabSz="608013" rtl="0" eaLnBrk="1" fontAlgn="base" latinLnBrk="0" hangingPunct="1">
              <a:lnSpc>
                <a:spcPct val="130000"/>
              </a:lnSpc>
              <a:spcBef>
                <a:spcPct val="20000"/>
              </a:spcBef>
              <a:spcAft>
                <a:spcPct val="0"/>
              </a:spcAft>
              <a:buClrTx/>
              <a:buSzTx/>
              <a:buFont typeface="Arial" charset="0"/>
              <a:buNone/>
              <a:tabLst/>
              <a:defRPr/>
            </a:pPr>
            <a:r>
              <a:rPr lang="es-CO" dirty="0"/>
              <a:t>Subtítulo de la presentación</a:t>
            </a:r>
          </a:p>
        </p:txBody>
      </p:sp>
      <p:sp>
        <p:nvSpPr>
          <p:cNvPr id="14" name="Marcador de texto 11">
            <a:extLst>
              <a:ext uri="{FF2B5EF4-FFF2-40B4-BE49-F238E27FC236}">
                <a16:creationId xmlns:a16="http://schemas.microsoft.com/office/drawing/2014/main" id="{C664A963-8B93-F947-9D6E-8E898AAFF622}"/>
              </a:ext>
            </a:extLst>
          </p:cNvPr>
          <p:cNvSpPr>
            <a:spLocks noGrp="1"/>
          </p:cNvSpPr>
          <p:nvPr>
            <p:ph type="body" sz="quarter" idx="13" hasCustomPrompt="1"/>
          </p:nvPr>
        </p:nvSpPr>
        <p:spPr>
          <a:xfrm>
            <a:off x="8132617" y="284443"/>
            <a:ext cx="3695983" cy="522287"/>
          </a:xfrm>
          <a:prstGeom prst="rect">
            <a:avLst/>
          </a:prstGeom>
        </p:spPr>
        <p:txBody>
          <a:bodyPr anchor="t"/>
          <a:lstStyle>
            <a:lvl1pPr algn="r">
              <a:defRPr sz="2000" b="1">
                <a:solidFill>
                  <a:srgbClr val="5454E9"/>
                </a:solidFill>
              </a:defRPr>
            </a:lvl1pPr>
          </a:lstStyle>
          <a:p>
            <a:r>
              <a:rPr lang="es-ES" dirty="0"/>
              <a:t>Día – Mes – Año</a:t>
            </a:r>
            <a:endParaRPr lang="es-CO" dirty="0"/>
          </a:p>
        </p:txBody>
      </p:sp>
      <p:pic>
        <p:nvPicPr>
          <p:cNvPr id="2" name="Gráfico 1">
            <a:extLst>
              <a:ext uri="{FF2B5EF4-FFF2-40B4-BE49-F238E27FC236}">
                <a16:creationId xmlns:a16="http://schemas.microsoft.com/office/drawing/2014/main" id="{41BC7844-BEF8-D702-2601-C8AC05944C3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70527" y="473679"/>
            <a:ext cx="2844412" cy="1188000"/>
          </a:xfrm>
          <a:prstGeom prst="rect">
            <a:avLst/>
          </a:prstGeom>
        </p:spPr>
      </p:pic>
    </p:spTree>
    <p:extLst>
      <p:ext uri="{BB962C8B-B14F-4D97-AF65-F5344CB8AC3E}">
        <p14:creationId xmlns:p14="http://schemas.microsoft.com/office/powerpoint/2010/main" val="3414110469"/>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a 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5460C177-EA11-3045-A049-2F189482AB41}"/>
              </a:ext>
            </a:extLst>
          </p:cNvPr>
          <p:cNvSpPr/>
          <p:nvPr userDrawn="1"/>
        </p:nvSpPr>
        <p:spPr>
          <a:xfrm>
            <a:off x="5152292" y="-158750"/>
            <a:ext cx="7176233" cy="7174523"/>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3" name="Marcador de posición de imagen 2">
            <a:extLst>
              <a:ext uri="{FF2B5EF4-FFF2-40B4-BE49-F238E27FC236}">
                <a16:creationId xmlns:a16="http://schemas.microsoft.com/office/drawing/2014/main" id="{8EE33127-8E4E-D94B-AFED-94B91C7AF935}"/>
              </a:ext>
            </a:extLst>
          </p:cNvPr>
          <p:cNvSpPr>
            <a:spLocks noGrp="1"/>
          </p:cNvSpPr>
          <p:nvPr>
            <p:ph type="pic" sz="quarter" idx="14"/>
          </p:nvPr>
        </p:nvSpPr>
        <p:spPr>
          <a:xfrm>
            <a:off x="5153025" y="-158750"/>
            <a:ext cx="7175500" cy="7175500"/>
          </a:xfrm>
          <a:prstGeom prst="rect">
            <a:avLst/>
          </a:prstGeom>
        </p:spPr>
        <p:txBody>
          <a:bodyPr anchor="ctr"/>
          <a:lstStyle>
            <a:lvl1pPr algn="ctr">
              <a:defRPr sz="2800"/>
            </a:lvl1pPr>
          </a:lstStyle>
          <a:p>
            <a:endParaRPr lang="es-CO" dirty="0"/>
          </a:p>
        </p:txBody>
      </p:sp>
      <p:sp>
        <p:nvSpPr>
          <p:cNvPr id="9" name="Rectángulo 8">
            <a:extLst>
              <a:ext uri="{FF2B5EF4-FFF2-40B4-BE49-F238E27FC236}">
                <a16:creationId xmlns:a16="http://schemas.microsoft.com/office/drawing/2014/main" id="{A04EF172-71FF-774B-B08F-E545FD3603C8}"/>
              </a:ext>
            </a:extLst>
          </p:cNvPr>
          <p:cNvSpPr/>
          <p:nvPr userDrawn="1"/>
        </p:nvSpPr>
        <p:spPr>
          <a:xfrm>
            <a:off x="-56669" y="-158262"/>
            <a:ext cx="5208961" cy="7174523"/>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14" name="Rectángulo 13">
            <a:extLst>
              <a:ext uri="{FF2B5EF4-FFF2-40B4-BE49-F238E27FC236}">
                <a16:creationId xmlns:a16="http://schemas.microsoft.com/office/drawing/2014/main" id="{F08C8540-D360-0041-AA0A-7C7F456B16E0}"/>
              </a:ext>
            </a:extLst>
          </p:cNvPr>
          <p:cNvSpPr/>
          <p:nvPr userDrawn="1"/>
        </p:nvSpPr>
        <p:spPr>
          <a:xfrm>
            <a:off x="474093" y="5361362"/>
            <a:ext cx="6172892" cy="9917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10" name="Título 9">
            <a:extLst>
              <a:ext uri="{FF2B5EF4-FFF2-40B4-BE49-F238E27FC236}">
                <a16:creationId xmlns:a16="http://schemas.microsoft.com/office/drawing/2014/main" id="{7DE7DF8D-6479-FE4C-9724-9DC214F30E50}"/>
              </a:ext>
            </a:extLst>
          </p:cNvPr>
          <p:cNvSpPr>
            <a:spLocks noGrp="1"/>
          </p:cNvSpPr>
          <p:nvPr>
            <p:ph type="title" hasCustomPrompt="1"/>
          </p:nvPr>
        </p:nvSpPr>
        <p:spPr>
          <a:xfrm>
            <a:off x="779400" y="2222164"/>
            <a:ext cx="4056369" cy="2031397"/>
          </a:xfrm>
        </p:spPr>
        <p:txBody>
          <a:bodyPr anchor="b">
            <a:noAutofit/>
          </a:bodyPr>
          <a:lstStyle>
            <a:lvl1pPr>
              <a:defRPr sz="3200" b="0">
                <a:solidFill>
                  <a:schemeClr val="bg1"/>
                </a:solidFill>
              </a:defRPr>
            </a:lvl1pPr>
          </a:lstStyle>
          <a:p>
            <a:r>
              <a:rPr lang="en-US" dirty="0" err="1"/>
              <a:t>Título</a:t>
            </a:r>
            <a:r>
              <a:rPr lang="en-US" dirty="0"/>
              <a:t> de la </a:t>
            </a:r>
            <a:r>
              <a:rPr lang="en-US" dirty="0" err="1"/>
              <a:t>presentación</a:t>
            </a:r>
            <a:endParaRPr lang="es-CO" dirty="0"/>
          </a:p>
        </p:txBody>
      </p:sp>
      <p:sp>
        <p:nvSpPr>
          <p:cNvPr id="13" name="Marcador de texto 11">
            <a:extLst>
              <a:ext uri="{FF2B5EF4-FFF2-40B4-BE49-F238E27FC236}">
                <a16:creationId xmlns:a16="http://schemas.microsoft.com/office/drawing/2014/main" id="{68424664-B54D-8AA3-6F33-12416094FBAD}"/>
              </a:ext>
            </a:extLst>
          </p:cNvPr>
          <p:cNvSpPr>
            <a:spLocks noGrp="1"/>
          </p:cNvSpPr>
          <p:nvPr>
            <p:ph type="body" sz="quarter" idx="12" hasCustomPrompt="1"/>
          </p:nvPr>
        </p:nvSpPr>
        <p:spPr>
          <a:xfrm>
            <a:off x="779400" y="5583810"/>
            <a:ext cx="5484922" cy="522287"/>
          </a:xfrm>
          <a:prstGeom prst="rect">
            <a:avLst/>
          </a:prstGeom>
        </p:spPr>
        <p:txBody>
          <a:bodyPr anchor="t"/>
          <a:lstStyle>
            <a:lvl1pPr algn="r">
              <a:defRPr sz="2000" b="1">
                <a:solidFill>
                  <a:schemeClr val="tx1"/>
                </a:solidFill>
              </a:defRPr>
            </a:lvl1pPr>
          </a:lstStyle>
          <a:p>
            <a:r>
              <a:rPr lang="es-ES" dirty="0"/>
              <a:t>Día – Mes – Año</a:t>
            </a:r>
            <a:endParaRPr lang="es-CO" dirty="0"/>
          </a:p>
        </p:txBody>
      </p:sp>
      <p:sp>
        <p:nvSpPr>
          <p:cNvPr id="15" name="Marcador de texto 11">
            <a:extLst>
              <a:ext uri="{FF2B5EF4-FFF2-40B4-BE49-F238E27FC236}">
                <a16:creationId xmlns:a16="http://schemas.microsoft.com/office/drawing/2014/main" id="{8CEC94B8-E518-5E4B-96B3-807DB56AF84E}"/>
              </a:ext>
            </a:extLst>
          </p:cNvPr>
          <p:cNvSpPr>
            <a:spLocks noGrp="1"/>
          </p:cNvSpPr>
          <p:nvPr>
            <p:ph type="body" sz="quarter" idx="13" hasCustomPrompt="1"/>
          </p:nvPr>
        </p:nvSpPr>
        <p:spPr>
          <a:xfrm>
            <a:off x="779400" y="4451044"/>
            <a:ext cx="4056369" cy="522287"/>
          </a:xfrm>
          <a:prstGeom prst="rect">
            <a:avLst/>
          </a:prstGeom>
        </p:spPr>
        <p:txBody>
          <a:bodyPr anchor="t"/>
          <a:lstStyle>
            <a:lvl1pPr marL="455613" marR="0" indent="-455613" algn="l" defTabSz="608013" rtl="0" eaLnBrk="1" fontAlgn="base" latinLnBrk="0" hangingPunct="1">
              <a:lnSpc>
                <a:spcPct val="130000"/>
              </a:lnSpc>
              <a:spcBef>
                <a:spcPct val="20000"/>
              </a:spcBef>
              <a:spcAft>
                <a:spcPct val="0"/>
              </a:spcAft>
              <a:buClrTx/>
              <a:buSzTx/>
              <a:buFont typeface="Arial" charset="0"/>
              <a:buNone/>
              <a:tabLst/>
              <a:defRPr sz="2000" b="0">
                <a:solidFill>
                  <a:schemeClr val="bg1"/>
                </a:solidFill>
              </a:defRPr>
            </a:lvl1pPr>
          </a:lstStyle>
          <a:p>
            <a:pPr marL="455613" marR="0" lvl="0" indent="-455613" algn="l" defTabSz="608013" rtl="0" eaLnBrk="1" fontAlgn="base" latinLnBrk="0" hangingPunct="1">
              <a:lnSpc>
                <a:spcPct val="130000"/>
              </a:lnSpc>
              <a:spcBef>
                <a:spcPct val="20000"/>
              </a:spcBef>
              <a:spcAft>
                <a:spcPct val="0"/>
              </a:spcAft>
              <a:buClrTx/>
              <a:buSzTx/>
              <a:buFont typeface="Arial" charset="0"/>
              <a:buNone/>
              <a:tabLst/>
              <a:defRPr/>
            </a:pPr>
            <a:r>
              <a:rPr lang="es-CO" dirty="0"/>
              <a:t>Subtítulo de la presentación</a:t>
            </a:r>
          </a:p>
        </p:txBody>
      </p:sp>
      <p:pic>
        <p:nvPicPr>
          <p:cNvPr id="2" name="Gráfico 1">
            <a:extLst>
              <a:ext uri="{FF2B5EF4-FFF2-40B4-BE49-F238E27FC236}">
                <a16:creationId xmlns:a16="http://schemas.microsoft.com/office/drawing/2014/main" id="{A2C7FD3D-0543-4D56-4857-2F15B521747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25560" y="503315"/>
            <a:ext cx="2844412" cy="1188000"/>
          </a:xfrm>
          <a:prstGeom prst="rect">
            <a:avLst/>
          </a:prstGeom>
        </p:spPr>
      </p:pic>
    </p:spTree>
    <p:extLst>
      <p:ext uri="{BB962C8B-B14F-4D97-AF65-F5344CB8AC3E}">
        <p14:creationId xmlns:p14="http://schemas.microsoft.com/office/powerpoint/2010/main" val="1253783397"/>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ortada E">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30253CF8-E40C-8B4A-920F-D39FFAC238FF}"/>
              </a:ext>
            </a:extLst>
          </p:cNvPr>
          <p:cNvSpPr>
            <a:spLocks noGrp="1"/>
          </p:cNvSpPr>
          <p:nvPr>
            <p:ph type="pic" sz="quarter" idx="13"/>
          </p:nvPr>
        </p:nvSpPr>
        <p:spPr>
          <a:xfrm>
            <a:off x="-136525" y="-122238"/>
            <a:ext cx="12465050" cy="7162801"/>
          </a:xfrm>
          <a:prstGeom prst="rect">
            <a:avLst/>
          </a:prstGeom>
        </p:spPr>
        <p:txBody>
          <a:bodyPr anchor="t"/>
          <a:lstStyle>
            <a:lvl1pPr algn="ctr">
              <a:defRPr sz="1800"/>
            </a:lvl1pPr>
          </a:lstStyle>
          <a:p>
            <a:endParaRPr lang="es-CO"/>
          </a:p>
        </p:txBody>
      </p:sp>
      <p:sp>
        <p:nvSpPr>
          <p:cNvPr id="9" name="Rectángulo 8">
            <a:extLst>
              <a:ext uri="{FF2B5EF4-FFF2-40B4-BE49-F238E27FC236}">
                <a16:creationId xmlns:a16="http://schemas.microsoft.com/office/drawing/2014/main" id="{AC563568-052F-6F4F-B607-42D06B3D6BFE}"/>
              </a:ext>
            </a:extLst>
          </p:cNvPr>
          <p:cNvSpPr/>
          <p:nvPr userDrawn="1"/>
        </p:nvSpPr>
        <p:spPr>
          <a:xfrm>
            <a:off x="488455" y="4681925"/>
            <a:ext cx="4171468" cy="991739"/>
          </a:xfrm>
          <a:prstGeom prst="rect">
            <a:avLst/>
          </a:prstGeom>
          <a:solidFill>
            <a:srgbClr val="865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12" name="Rectángulo 11">
            <a:extLst>
              <a:ext uri="{FF2B5EF4-FFF2-40B4-BE49-F238E27FC236}">
                <a16:creationId xmlns:a16="http://schemas.microsoft.com/office/drawing/2014/main" id="{E160E7FE-605D-2643-9C55-A73D287C501A}"/>
              </a:ext>
            </a:extLst>
          </p:cNvPr>
          <p:cNvSpPr/>
          <p:nvPr userDrawn="1"/>
        </p:nvSpPr>
        <p:spPr>
          <a:xfrm>
            <a:off x="488455" y="2782786"/>
            <a:ext cx="5877176" cy="1982645"/>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10" name="Título 9">
            <a:extLst>
              <a:ext uri="{FF2B5EF4-FFF2-40B4-BE49-F238E27FC236}">
                <a16:creationId xmlns:a16="http://schemas.microsoft.com/office/drawing/2014/main" id="{7DE7DF8D-6479-FE4C-9724-9DC214F30E50}"/>
              </a:ext>
            </a:extLst>
          </p:cNvPr>
          <p:cNvSpPr>
            <a:spLocks noGrp="1"/>
          </p:cNvSpPr>
          <p:nvPr>
            <p:ph type="title" hasCustomPrompt="1"/>
          </p:nvPr>
        </p:nvSpPr>
        <p:spPr>
          <a:xfrm>
            <a:off x="775771" y="3085828"/>
            <a:ext cx="5318641" cy="1502051"/>
          </a:xfrm>
        </p:spPr>
        <p:txBody>
          <a:bodyPr anchor="b">
            <a:noAutofit/>
          </a:bodyPr>
          <a:lstStyle>
            <a:lvl1pPr>
              <a:defRPr sz="3200" b="0">
                <a:solidFill>
                  <a:schemeClr val="bg1"/>
                </a:solidFill>
              </a:defRPr>
            </a:lvl1pPr>
          </a:lstStyle>
          <a:p>
            <a:r>
              <a:rPr lang="en-US" dirty="0" err="1"/>
              <a:t>Título</a:t>
            </a:r>
            <a:r>
              <a:rPr lang="en-US" dirty="0"/>
              <a:t> de la </a:t>
            </a:r>
            <a:r>
              <a:rPr lang="en-US" dirty="0" err="1"/>
              <a:t>presentación</a:t>
            </a:r>
            <a:endParaRPr lang="es-CO" dirty="0"/>
          </a:p>
        </p:txBody>
      </p:sp>
      <p:sp>
        <p:nvSpPr>
          <p:cNvPr id="13" name="Marcador de texto 11">
            <a:extLst>
              <a:ext uri="{FF2B5EF4-FFF2-40B4-BE49-F238E27FC236}">
                <a16:creationId xmlns:a16="http://schemas.microsoft.com/office/drawing/2014/main" id="{68424664-B54D-8AA3-6F33-12416094FBAD}"/>
              </a:ext>
            </a:extLst>
          </p:cNvPr>
          <p:cNvSpPr>
            <a:spLocks noGrp="1"/>
          </p:cNvSpPr>
          <p:nvPr>
            <p:ph type="body" sz="quarter" idx="12" hasCustomPrompt="1"/>
          </p:nvPr>
        </p:nvSpPr>
        <p:spPr>
          <a:xfrm>
            <a:off x="761410" y="4930689"/>
            <a:ext cx="3660465" cy="522287"/>
          </a:xfrm>
          <a:prstGeom prst="rect">
            <a:avLst/>
          </a:prstGeom>
        </p:spPr>
        <p:txBody>
          <a:bodyPr anchor="t"/>
          <a:lstStyle>
            <a:lvl1pPr algn="l">
              <a:defRPr sz="2000" b="0">
                <a:solidFill>
                  <a:schemeClr val="bg1"/>
                </a:solidFill>
              </a:defRPr>
            </a:lvl1pPr>
          </a:lstStyle>
          <a:p>
            <a:r>
              <a:rPr lang="es-ES" dirty="0"/>
              <a:t>Día – Mes – Año</a:t>
            </a:r>
            <a:endParaRPr lang="es-CO" dirty="0"/>
          </a:p>
        </p:txBody>
      </p:sp>
      <p:pic>
        <p:nvPicPr>
          <p:cNvPr id="2" name="Gráfico 1">
            <a:extLst>
              <a:ext uri="{FF2B5EF4-FFF2-40B4-BE49-F238E27FC236}">
                <a16:creationId xmlns:a16="http://schemas.microsoft.com/office/drawing/2014/main" id="{A061DE2D-078D-F440-70B1-9CC4B708F40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0527" y="473679"/>
            <a:ext cx="2844412" cy="1188000"/>
          </a:xfrm>
          <a:prstGeom prst="rect">
            <a:avLst/>
          </a:prstGeom>
        </p:spPr>
      </p:pic>
    </p:spTree>
    <p:extLst>
      <p:ext uri="{BB962C8B-B14F-4D97-AF65-F5344CB8AC3E}">
        <p14:creationId xmlns:p14="http://schemas.microsoft.com/office/powerpoint/2010/main" val="3538160657"/>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ortada F">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53CAB425-8E07-9D4D-9049-B0B1329A6F46}"/>
              </a:ext>
            </a:extLst>
          </p:cNvPr>
          <p:cNvSpPr/>
          <p:nvPr userDrawn="1"/>
        </p:nvSpPr>
        <p:spPr>
          <a:xfrm>
            <a:off x="-1" y="-150124"/>
            <a:ext cx="12310281" cy="4832050"/>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pic>
        <p:nvPicPr>
          <p:cNvPr id="12" name="Gráfico 11">
            <a:extLst>
              <a:ext uri="{FF2B5EF4-FFF2-40B4-BE49-F238E27FC236}">
                <a16:creationId xmlns:a16="http://schemas.microsoft.com/office/drawing/2014/main" id="{172BDADF-8711-FB49-A646-A740B373384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90996" y="5248036"/>
            <a:ext cx="2778261" cy="1080000"/>
          </a:xfrm>
          <a:prstGeom prst="rect">
            <a:avLst/>
          </a:prstGeom>
        </p:spPr>
      </p:pic>
      <p:sp>
        <p:nvSpPr>
          <p:cNvPr id="10" name="Título 9">
            <a:extLst>
              <a:ext uri="{FF2B5EF4-FFF2-40B4-BE49-F238E27FC236}">
                <a16:creationId xmlns:a16="http://schemas.microsoft.com/office/drawing/2014/main" id="{7DE7DF8D-6479-FE4C-9724-9DC214F30E50}"/>
              </a:ext>
            </a:extLst>
          </p:cNvPr>
          <p:cNvSpPr>
            <a:spLocks noGrp="1"/>
          </p:cNvSpPr>
          <p:nvPr>
            <p:ph type="title" hasCustomPrompt="1"/>
          </p:nvPr>
        </p:nvSpPr>
        <p:spPr>
          <a:xfrm>
            <a:off x="502816" y="1918474"/>
            <a:ext cx="6075405" cy="1317095"/>
          </a:xfrm>
        </p:spPr>
        <p:txBody>
          <a:bodyPr anchor="b">
            <a:noAutofit/>
          </a:bodyPr>
          <a:lstStyle>
            <a:lvl1pPr>
              <a:defRPr sz="3200" b="0">
                <a:solidFill>
                  <a:schemeClr val="bg1"/>
                </a:solidFill>
              </a:defRPr>
            </a:lvl1pPr>
          </a:lstStyle>
          <a:p>
            <a:r>
              <a:rPr lang="en-US" dirty="0" err="1"/>
              <a:t>Título</a:t>
            </a:r>
            <a:r>
              <a:rPr lang="en-US" dirty="0"/>
              <a:t> de la </a:t>
            </a:r>
            <a:r>
              <a:rPr lang="en-US" dirty="0" err="1"/>
              <a:t>presentación</a:t>
            </a:r>
            <a:endParaRPr lang="es-CO" dirty="0"/>
          </a:p>
        </p:txBody>
      </p:sp>
      <p:pic>
        <p:nvPicPr>
          <p:cNvPr id="7" name="Picture 6">
            <a:extLst>
              <a:ext uri="{FF2B5EF4-FFF2-40B4-BE49-F238E27FC236}">
                <a16:creationId xmlns:a16="http://schemas.microsoft.com/office/drawing/2014/main" id="{EE96EC0B-0794-338D-95C7-AB2B92179F59}"/>
              </a:ext>
            </a:extLst>
          </p:cNvPr>
          <p:cNvPicPr>
            <a:picLocks noChangeAspect="1"/>
          </p:cNvPicPr>
          <p:nvPr userDrawn="1"/>
        </p:nvPicPr>
        <p:blipFill>
          <a:blip r:embed="rId4"/>
          <a:stretch>
            <a:fillRect/>
          </a:stretch>
        </p:blipFill>
        <p:spPr>
          <a:xfrm>
            <a:off x="9980956" y="5552313"/>
            <a:ext cx="1676890" cy="908923"/>
          </a:xfrm>
          <a:prstGeom prst="rect">
            <a:avLst/>
          </a:prstGeom>
        </p:spPr>
      </p:pic>
      <p:sp>
        <p:nvSpPr>
          <p:cNvPr id="8" name="Rectángulo 7">
            <a:extLst>
              <a:ext uri="{FF2B5EF4-FFF2-40B4-BE49-F238E27FC236}">
                <a16:creationId xmlns:a16="http://schemas.microsoft.com/office/drawing/2014/main" id="{F99A5E94-0EA1-C949-9C55-E6ACA28B780D}"/>
              </a:ext>
            </a:extLst>
          </p:cNvPr>
          <p:cNvSpPr/>
          <p:nvPr userDrawn="1"/>
        </p:nvSpPr>
        <p:spPr>
          <a:xfrm>
            <a:off x="5226728" y="-150123"/>
            <a:ext cx="7083551" cy="95534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13" name="Marcador de texto 11">
            <a:extLst>
              <a:ext uri="{FF2B5EF4-FFF2-40B4-BE49-F238E27FC236}">
                <a16:creationId xmlns:a16="http://schemas.microsoft.com/office/drawing/2014/main" id="{68424664-B54D-8AA3-6F33-12416094FBAD}"/>
              </a:ext>
            </a:extLst>
          </p:cNvPr>
          <p:cNvSpPr>
            <a:spLocks noGrp="1"/>
          </p:cNvSpPr>
          <p:nvPr>
            <p:ph type="body" sz="quarter" idx="12" hasCustomPrompt="1"/>
          </p:nvPr>
        </p:nvSpPr>
        <p:spPr>
          <a:xfrm>
            <a:off x="5715547" y="21789"/>
            <a:ext cx="6048823" cy="522287"/>
          </a:xfrm>
          <a:prstGeom prst="rect">
            <a:avLst/>
          </a:prstGeom>
        </p:spPr>
        <p:txBody>
          <a:bodyPr anchor="t"/>
          <a:lstStyle>
            <a:lvl1pPr algn="r">
              <a:defRPr sz="2000" b="1">
                <a:solidFill>
                  <a:schemeClr val="bg1"/>
                </a:solidFill>
              </a:defRPr>
            </a:lvl1pPr>
          </a:lstStyle>
          <a:p>
            <a:r>
              <a:rPr lang="es-ES" dirty="0"/>
              <a:t>Día – Mes – Año</a:t>
            </a:r>
            <a:endParaRPr lang="es-CO" dirty="0"/>
          </a:p>
        </p:txBody>
      </p:sp>
      <p:sp>
        <p:nvSpPr>
          <p:cNvPr id="14" name="Marcador de texto 11">
            <a:extLst>
              <a:ext uri="{FF2B5EF4-FFF2-40B4-BE49-F238E27FC236}">
                <a16:creationId xmlns:a16="http://schemas.microsoft.com/office/drawing/2014/main" id="{F38ED0E2-7D5D-114C-AE24-235B3D878838}"/>
              </a:ext>
            </a:extLst>
          </p:cNvPr>
          <p:cNvSpPr>
            <a:spLocks noGrp="1"/>
          </p:cNvSpPr>
          <p:nvPr>
            <p:ph type="body" sz="quarter" idx="13" hasCustomPrompt="1"/>
          </p:nvPr>
        </p:nvSpPr>
        <p:spPr>
          <a:xfrm>
            <a:off x="529398" y="3488320"/>
            <a:ext cx="6048823" cy="522287"/>
          </a:xfrm>
          <a:prstGeom prst="rect">
            <a:avLst/>
          </a:prstGeom>
        </p:spPr>
        <p:txBody>
          <a:bodyPr anchor="t"/>
          <a:lstStyle>
            <a:lvl1pPr marL="455613" marR="0" indent="-455613" algn="l" defTabSz="608013" rtl="0" eaLnBrk="1" fontAlgn="base" latinLnBrk="0" hangingPunct="1">
              <a:lnSpc>
                <a:spcPct val="130000"/>
              </a:lnSpc>
              <a:spcBef>
                <a:spcPct val="20000"/>
              </a:spcBef>
              <a:spcAft>
                <a:spcPct val="0"/>
              </a:spcAft>
              <a:buClrTx/>
              <a:buSzTx/>
              <a:buFont typeface="Arial" charset="0"/>
              <a:buNone/>
              <a:tabLst/>
              <a:defRPr sz="2400" b="0">
                <a:solidFill>
                  <a:schemeClr val="bg1"/>
                </a:solidFill>
              </a:defRPr>
            </a:lvl1pPr>
          </a:lstStyle>
          <a:p>
            <a:pPr marL="455613" marR="0" lvl="0" indent="-455613" algn="l" defTabSz="608013" rtl="0" eaLnBrk="1" fontAlgn="base" latinLnBrk="0" hangingPunct="1">
              <a:lnSpc>
                <a:spcPct val="130000"/>
              </a:lnSpc>
              <a:spcBef>
                <a:spcPct val="20000"/>
              </a:spcBef>
              <a:spcAft>
                <a:spcPct val="0"/>
              </a:spcAft>
              <a:buClrTx/>
              <a:buSzTx/>
              <a:buFont typeface="Arial" charset="0"/>
              <a:buNone/>
              <a:tabLst/>
              <a:defRPr/>
            </a:pPr>
            <a:r>
              <a:rPr lang="es-CO" dirty="0"/>
              <a:t>Subtítulo de la presentación</a:t>
            </a:r>
          </a:p>
        </p:txBody>
      </p:sp>
      <p:pic>
        <p:nvPicPr>
          <p:cNvPr id="3" name="Gráfico 2">
            <a:extLst>
              <a:ext uri="{FF2B5EF4-FFF2-40B4-BE49-F238E27FC236}">
                <a16:creationId xmlns:a16="http://schemas.microsoft.com/office/drawing/2014/main" id="{92D77DE7-E8A0-5C4A-8EA2-0C726FCBF15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287078" y="5201792"/>
            <a:ext cx="1477292" cy="1305687"/>
          </a:xfrm>
          <a:prstGeom prst="rect">
            <a:avLst/>
          </a:prstGeom>
        </p:spPr>
      </p:pic>
    </p:spTree>
    <p:extLst>
      <p:ext uri="{BB962C8B-B14F-4D97-AF65-F5344CB8AC3E}">
        <p14:creationId xmlns:p14="http://schemas.microsoft.com/office/powerpoint/2010/main" val="862605541"/>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sión A">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EB59E292-22CD-2242-84F5-87DE6724E9AF}"/>
              </a:ext>
            </a:extLst>
          </p:cNvPr>
          <p:cNvSpPr/>
          <p:nvPr userDrawn="1"/>
        </p:nvSpPr>
        <p:spPr>
          <a:xfrm>
            <a:off x="2197290" y="5158854"/>
            <a:ext cx="10164695" cy="1107252"/>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2" name="Marcador de título 1">
            <a:extLst>
              <a:ext uri="{FF2B5EF4-FFF2-40B4-BE49-F238E27FC236}">
                <a16:creationId xmlns:a16="http://schemas.microsoft.com/office/drawing/2014/main" id="{AFB8719D-715E-23DB-8426-45F130FE1DFC}"/>
              </a:ext>
            </a:extLst>
          </p:cNvPr>
          <p:cNvSpPr>
            <a:spLocks noGrp="1"/>
          </p:cNvSpPr>
          <p:nvPr>
            <p:ph type="title" hasCustomPrompt="1"/>
          </p:nvPr>
        </p:nvSpPr>
        <p:spPr>
          <a:xfrm>
            <a:off x="2638867" y="5336273"/>
            <a:ext cx="9063171" cy="820649"/>
          </a:xfrm>
          <a:prstGeom prst="rect">
            <a:avLst/>
          </a:prstGeom>
        </p:spPr>
        <p:txBody>
          <a:bodyPr vert="horz" lIns="91440" tIns="45720" rIns="91440" bIns="45720" rtlCol="0" anchor="ctr">
            <a:noAutofit/>
          </a:bodyPr>
          <a:lstStyle>
            <a:lvl1pPr algn="l">
              <a:defRPr sz="2800" b="0">
                <a:solidFill>
                  <a:schemeClr val="bg1"/>
                </a:solidFill>
              </a:defRPr>
            </a:lvl1pPr>
          </a:lstStyle>
          <a:p>
            <a:r>
              <a:rPr lang="es-ES" dirty="0"/>
              <a:t>Título de la sección</a:t>
            </a:r>
            <a:endParaRPr lang="es-CO" dirty="0"/>
          </a:p>
        </p:txBody>
      </p:sp>
      <p:pic>
        <p:nvPicPr>
          <p:cNvPr id="5" name="Gráfico 4">
            <a:extLst>
              <a:ext uri="{FF2B5EF4-FFF2-40B4-BE49-F238E27FC236}">
                <a16:creationId xmlns:a16="http://schemas.microsoft.com/office/drawing/2014/main" id="{F62F47D7-565E-E44F-8739-8ACD848CE75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0527" y="473679"/>
            <a:ext cx="2180713" cy="910799"/>
          </a:xfrm>
          <a:prstGeom prst="rect">
            <a:avLst/>
          </a:prstGeom>
        </p:spPr>
      </p:pic>
      <p:pic>
        <p:nvPicPr>
          <p:cNvPr id="4" name="Gráfico 3">
            <a:extLst>
              <a:ext uri="{FF2B5EF4-FFF2-40B4-BE49-F238E27FC236}">
                <a16:creationId xmlns:a16="http://schemas.microsoft.com/office/drawing/2014/main" id="{107FDEED-DA50-5F4D-8EC4-78D9AC9E04B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671534" y="473678"/>
            <a:ext cx="1030504" cy="910799"/>
          </a:xfrm>
          <a:prstGeom prst="rect">
            <a:avLst/>
          </a:prstGeom>
        </p:spPr>
      </p:pic>
    </p:spTree>
    <p:extLst>
      <p:ext uri="{BB962C8B-B14F-4D97-AF65-F5344CB8AC3E}">
        <p14:creationId xmlns:p14="http://schemas.microsoft.com/office/powerpoint/2010/main" val="1944866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sión B">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7482FDB0-1956-B24A-9FAC-F5BAC86FAB57}"/>
              </a:ext>
            </a:extLst>
          </p:cNvPr>
          <p:cNvSpPr/>
          <p:nvPr userDrawn="1"/>
        </p:nvSpPr>
        <p:spPr>
          <a:xfrm>
            <a:off x="5578475" y="-136525"/>
            <a:ext cx="6783388" cy="71310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dirty="0"/>
          </a:p>
        </p:txBody>
      </p:sp>
      <p:sp>
        <p:nvSpPr>
          <p:cNvPr id="8" name="Marcador de posición de imagen 2">
            <a:extLst>
              <a:ext uri="{FF2B5EF4-FFF2-40B4-BE49-F238E27FC236}">
                <a16:creationId xmlns:a16="http://schemas.microsoft.com/office/drawing/2014/main" id="{711C668F-59A2-4D4C-BB85-FA31A95EA890}"/>
              </a:ext>
            </a:extLst>
          </p:cNvPr>
          <p:cNvSpPr>
            <a:spLocks noGrp="1"/>
          </p:cNvSpPr>
          <p:nvPr>
            <p:ph type="pic" sz="quarter" idx="10"/>
          </p:nvPr>
        </p:nvSpPr>
        <p:spPr>
          <a:xfrm>
            <a:off x="5578353" y="-136525"/>
            <a:ext cx="6783388" cy="7131050"/>
          </a:xfrm>
          <a:prstGeom prst="rect">
            <a:avLst/>
          </a:prstGeom>
        </p:spPr>
        <p:txBody>
          <a:bodyPr anchor="ctr"/>
          <a:lstStyle>
            <a:lvl1pPr marL="0" indent="0" algn="ctr">
              <a:buNone/>
              <a:defRPr/>
            </a:lvl1pPr>
          </a:lstStyle>
          <a:p>
            <a:endParaRPr lang="es-CO"/>
          </a:p>
        </p:txBody>
      </p:sp>
      <p:sp>
        <p:nvSpPr>
          <p:cNvPr id="5" name="Rectángulo 4">
            <a:extLst>
              <a:ext uri="{FF2B5EF4-FFF2-40B4-BE49-F238E27FC236}">
                <a16:creationId xmlns:a16="http://schemas.microsoft.com/office/drawing/2014/main" id="{DF62300E-9AF7-C744-8810-3D8B01FF0EDA}"/>
              </a:ext>
            </a:extLst>
          </p:cNvPr>
          <p:cNvSpPr/>
          <p:nvPr userDrawn="1"/>
        </p:nvSpPr>
        <p:spPr>
          <a:xfrm>
            <a:off x="2197290" y="5158854"/>
            <a:ext cx="10164695" cy="110725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12" name="Marcador de título 1">
            <a:extLst>
              <a:ext uri="{FF2B5EF4-FFF2-40B4-BE49-F238E27FC236}">
                <a16:creationId xmlns:a16="http://schemas.microsoft.com/office/drawing/2014/main" id="{CBA4ECBA-158E-F64D-AD06-46687ADE7B5E}"/>
              </a:ext>
            </a:extLst>
          </p:cNvPr>
          <p:cNvSpPr>
            <a:spLocks noGrp="1"/>
          </p:cNvSpPr>
          <p:nvPr>
            <p:ph type="title" hasCustomPrompt="1"/>
          </p:nvPr>
        </p:nvSpPr>
        <p:spPr>
          <a:xfrm>
            <a:off x="2638867" y="5336273"/>
            <a:ext cx="9063171" cy="820649"/>
          </a:xfrm>
          <a:prstGeom prst="rect">
            <a:avLst/>
          </a:prstGeom>
        </p:spPr>
        <p:txBody>
          <a:bodyPr vert="horz" lIns="91440" tIns="45720" rIns="91440" bIns="45720" rtlCol="0" anchor="ctr">
            <a:noAutofit/>
          </a:bodyPr>
          <a:lstStyle>
            <a:lvl1pPr algn="l">
              <a:defRPr sz="2800" b="0">
                <a:solidFill>
                  <a:schemeClr val="bg1"/>
                </a:solidFill>
              </a:defRPr>
            </a:lvl1pPr>
          </a:lstStyle>
          <a:p>
            <a:r>
              <a:rPr lang="es-ES" dirty="0"/>
              <a:t>Título de la sección</a:t>
            </a:r>
            <a:endParaRPr lang="es-CO" dirty="0"/>
          </a:p>
        </p:txBody>
      </p:sp>
      <p:pic>
        <p:nvPicPr>
          <p:cNvPr id="7" name="Gráfico 6">
            <a:extLst>
              <a:ext uri="{FF2B5EF4-FFF2-40B4-BE49-F238E27FC236}">
                <a16:creationId xmlns:a16="http://schemas.microsoft.com/office/drawing/2014/main" id="{B74B9A36-CCE1-1E4A-91A3-9AB71D15FD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70527" y="473679"/>
            <a:ext cx="2180713" cy="910799"/>
          </a:xfrm>
          <a:prstGeom prst="rect">
            <a:avLst/>
          </a:prstGeom>
        </p:spPr>
      </p:pic>
    </p:spTree>
    <p:extLst>
      <p:ext uri="{BB962C8B-B14F-4D97-AF65-F5344CB8AC3E}">
        <p14:creationId xmlns:p14="http://schemas.microsoft.com/office/powerpoint/2010/main" val="4031842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sión C">
    <p:bg>
      <p:bgPr>
        <a:solidFill>
          <a:srgbClr val="5454E9"/>
        </a:solidFill>
        <a:effectLst/>
      </p:bgPr>
    </p:bg>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18CB1126-B7E9-FB47-BF9C-5C60C4BCC98B}"/>
              </a:ext>
            </a:extLst>
          </p:cNvPr>
          <p:cNvSpPr/>
          <p:nvPr userDrawn="1"/>
        </p:nvSpPr>
        <p:spPr>
          <a:xfrm>
            <a:off x="5213445" y="5786654"/>
            <a:ext cx="6975380" cy="1064526"/>
          </a:xfrm>
          <a:prstGeom prst="rect">
            <a:avLst/>
          </a:prstGeom>
          <a:solidFill>
            <a:srgbClr val="4CBA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7" name="Rectángulo 6">
            <a:extLst>
              <a:ext uri="{FF2B5EF4-FFF2-40B4-BE49-F238E27FC236}">
                <a16:creationId xmlns:a16="http://schemas.microsoft.com/office/drawing/2014/main" id="{D57847C2-6AAA-244D-9DCE-011D70428A54}"/>
              </a:ext>
            </a:extLst>
          </p:cNvPr>
          <p:cNvSpPr/>
          <p:nvPr userDrawn="1"/>
        </p:nvSpPr>
        <p:spPr>
          <a:xfrm>
            <a:off x="3903260" y="4616244"/>
            <a:ext cx="8285565" cy="155254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2" name="Marcador de título 1">
            <a:extLst>
              <a:ext uri="{FF2B5EF4-FFF2-40B4-BE49-F238E27FC236}">
                <a16:creationId xmlns:a16="http://schemas.microsoft.com/office/drawing/2014/main" id="{AFB8719D-715E-23DB-8426-45F130FE1DFC}"/>
              </a:ext>
            </a:extLst>
          </p:cNvPr>
          <p:cNvSpPr>
            <a:spLocks noGrp="1"/>
          </p:cNvSpPr>
          <p:nvPr>
            <p:ph type="title" hasCustomPrompt="1"/>
          </p:nvPr>
        </p:nvSpPr>
        <p:spPr>
          <a:xfrm>
            <a:off x="4258788" y="4858604"/>
            <a:ext cx="7628412" cy="1078174"/>
          </a:xfrm>
          <a:prstGeom prst="rect">
            <a:avLst/>
          </a:prstGeom>
        </p:spPr>
        <p:txBody>
          <a:bodyPr vert="horz" lIns="91440" tIns="45720" rIns="91440" bIns="45720" rtlCol="0" anchor="ctr">
            <a:noAutofit/>
          </a:bodyPr>
          <a:lstStyle>
            <a:lvl1pPr algn="l">
              <a:defRPr sz="2800" b="0">
                <a:solidFill>
                  <a:srgbClr val="5454E9"/>
                </a:solidFill>
              </a:defRPr>
            </a:lvl1pPr>
          </a:lstStyle>
          <a:p>
            <a:r>
              <a:rPr lang="es-ES" dirty="0"/>
              <a:t>Título de la sección</a:t>
            </a:r>
            <a:endParaRPr lang="es-CO" dirty="0"/>
          </a:p>
        </p:txBody>
      </p:sp>
      <p:sp>
        <p:nvSpPr>
          <p:cNvPr id="12" name="Marcador de título 1">
            <a:extLst>
              <a:ext uri="{FF2B5EF4-FFF2-40B4-BE49-F238E27FC236}">
                <a16:creationId xmlns:a16="http://schemas.microsoft.com/office/drawing/2014/main" id="{5559A92C-15FD-1442-8D59-E376861021A9}"/>
              </a:ext>
            </a:extLst>
          </p:cNvPr>
          <p:cNvSpPr txBox="1">
            <a:spLocks/>
          </p:cNvSpPr>
          <p:nvPr userDrawn="1"/>
        </p:nvSpPr>
        <p:spPr>
          <a:xfrm>
            <a:off x="5595582" y="6318917"/>
            <a:ext cx="6291617" cy="45367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b="0" kern="1200">
                <a:solidFill>
                  <a:srgbClr val="5454E9"/>
                </a:solidFill>
                <a:latin typeface="+mj-lt"/>
                <a:ea typeface="+mj-ea"/>
                <a:cs typeface="+mj-cs"/>
              </a:defRPr>
            </a:lvl1pPr>
          </a:lstStyle>
          <a:p>
            <a:pPr fontAlgn="auto">
              <a:spcAft>
                <a:spcPts val="0"/>
              </a:spcAft>
            </a:pPr>
            <a:r>
              <a:rPr lang="es-ES" sz="1800" dirty="0" err="1">
                <a:solidFill>
                  <a:schemeClr val="bg1"/>
                </a:solidFill>
              </a:rPr>
              <a:t>Click</a:t>
            </a:r>
            <a:r>
              <a:rPr lang="es-ES" sz="1800" dirty="0">
                <a:solidFill>
                  <a:schemeClr val="bg1"/>
                </a:solidFill>
              </a:rPr>
              <a:t> para agregar texto</a:t>
            </a:r>
            <a:endParaRPr lang="es-CO" sz="1800" dirty="0">
              <a:solidFill>
                <a:schemeClr val="bg1"/>
              </a:solidFill>
            </a:endParaRPr>
          </a:p>
        </p:txBody>
      </p:sp>
      <p:pic>
        <p:nvPicPr>
          <p:cNvPr id="10" name="Gráfico 9">
            <a:extLst>
              <a:ext uri="{FF2B5EF4-FFF2-40B4-BE49-F238E27FC236}">
                <a16:creationId xmlns:a16="http://schemas.microsoft.com/office/drawing/2014/main" id="{5433354A-5024-1E42-81D7-50274D5DEBF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764" y="475179"/>
            <a:ext cx="2177122" cy="909299"/>
          </a:xfrm>
          <a:prstGeom prst="rect">
            <a:avLst/>
          </a:prstGeom>
        </p:spPr>
      </p:pic>
      <p:pic>
        <p:nvPicPr>
          <p:cNvPr id="11" name="Gráfico 10">
            <a:extLst>
              <a:ext uri="{FF2B5EF4-FFF2-40B4-BE49-F238E27FC236}">
                <a16:creationId xmlns:a16="http://schemas.microsoft.com/office/drawing/2014/main" id="{4CE34500-F053-3F45-A027-9CB0D254089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715443" y="475179"/>
            <a:ext cx="1005618" cy="888804"/>
          </a:xfrm>
          <a:prstGeom prst="rect">
            <a:avLst/>
          </a:prstGeom>
        </p:spPr>
      </p:pic>
    </p:spTree>
    <p:extLst>
      <p:ext uri="{BB962C8B-B14F-4D97-AF65-F5344CB8AC3E}">
        <p14:creationId xmlns:p14="http://schemas.microsoft.com/office/powerpoint/2010/main" val="1649094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sión D">
    <p:bg>
      <p:bgPr>
        <a:solidFill>
          <a:schemeClr val="bg1"/>
        </a:solidFill>
        <a:effectLst/>
      </p:bgPr>
    </p:bg>
    <p:spTree>
      <p:nvGrpSpPr>
        <p:cNvPr id="1" name=""/>
        <p:cNvGrpSpPr/>
        <p:nvPr/>
      </p:nvGrpSpPr>
      <p:grpSpPr>
        <a:xfrm>
          <a:off x="0" y="0"/>
          <a:ext cx="0" cy="0"/>
          <a:chOff x="0" y="0"/>
          <a:chExt cx="0" cy="0"/>
        </a:xfrm>
      </p:grpSpPr>
      <p:sp>
        <p:nvSpPr>
          <p:cNvPr id="9" name="Rectángulo 8">
            <a:extLst>
              <a:ext uri="{FF2B5EF4-FFF2-40B4-BE49-F238E27FC236}">
                <a16:creationId xmlns:a16="http://schemas.microsoft.com/office/drawing/2014/main" id="{E7AD0216-A3FA-5C47-A58F-E913DAAAEF37}"/>
              </a:ext>
            </a:extLst>
          </p:cNvPr>
          <p:cNvSpPr/>
          <p:nvPr userDrawn="1"/>
        </p:nvSpPr>
        <p:spPr>
          <a:xfrm>
            <a:off x="-122830" y="2006221"/>
            <a:ext cx="12484815" cy="4954137"/>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pic>
        <p:nvPicPr>
          <p:cNvPr id="6" name="Gráfico 5">
            <a:extLst>
              <a:ext uri="{FF2B5EF4-FFF2-40B4-BE49-F238E27FC236}">
                <a16:creationId xmlns:a16="http://schemas.microsoft.com/office/drawing/2014/main" id="{E35F4BA0-2368-B84A-89F1-6DF87DB538C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88456" y="5519304"/>
            <a:ext cx="2147872" cy="834947"/>
          </a:xfrm>
          <a:prstGeom prst="rect">
            <a:avLst/>
          </a:prstGeom>
        </p:spPr>
      </p:pic>
      <p:sp>
        <p:nvSpPr>
          <p:cNvPr id="7" name="Rectángulo 6">
            <a:extLst>
              <a:ext uri="{FF2B5EF4-FFF2-40B4-BE49-F238E27FC236}">
                <a16:creationId xmlns:a16="http://schemas.microsoft.com/office/drawing/2014/main" id="{D57847C2-6AAA-244D-9DCE-011D70428A54}"/>
              </a:ext>
            </a:extLst>
          </p:cNvPr>
          <p:cNvSpPr/>
          <p:nvPr userDrawn="1"/>
        </p:nvSpPr>
        <p:spPr>
          <a:xfrm>
            <a:off x="-122830" y="1269243"/>
            <a:ext cx="8761863" cy="730156"/>
          </a:xfrm>
          <a:prstGeom prst="rect">
            <a:avLst/>
          </a:prstGeom>
          <a:solidFill>
            <a:srgbClr val="865C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2" name="Marcador de título 1">
            <a:extLst>
              <a:ext uri="{FF2B5EF4-FFF2-40B4-BE49-F238E27FC236}">
                <a16:creationId xmlns:a16="http://schemas.microsoft.com/office/drawing/2014/main" id="{AFB8719D-715E-23DB-8426-45F130FE1DFC}"/>
              </a:ext>
            </a:extLst>
          </p:cNvPr>
          <p:cNvSpPr>
            <a:spLocks noGrp="1"/>
          </p:cNvSpPr>
          <p:nvPr>
            <p:ph type="title" hasCustomPrompt="1"/>
          </p:nvPr>
        </p:nvSpPr>
        <p:spPr>
          <a:xfrm>
            <a:off x="642131" y="1269242"/>
            <a:ext cx="7628412" cy="736979"/>
          </a:xfrm>
          <a:prstGeom prst="rect">
            <a:avLst/>
          </a:prstGeom>
        </p:spPr>
        <p:txBody>
          <a:bodyPr vert="horz" lIns="91440" tIns="45720" rIns="91440" bIns="45720" rtlCol="0" anchor="ctr">
            <a:noAutofit/>
          </a:bodyPr>
          <a:lstStyle>
            <a:lvl1pPr algn="l">
              <a:defRPr sz="2000" b="0">
                <a:solidFill>
                  <a:schemeClr val="bg1"/>
                </a:solidFill>
              </a:defRPr>
            </a:lvl1pPr>
          </a:lstStyle>
          <a:p>
            <a:r>
              <a:rPr lang="es-ES" dirty="0"/>
              <a:t>Título de la sección</a:t>
            </a:r>
            <a:endParaRPr lang="es-CO" dirty="0"/>
          </a:p>
        </p:txBody>
      </p:sp>
      <p:pic>
        <p:nvPicPr>
          <p:cNvPr id="10" name="Gráfico 9">
            <a:extLst>
              <a:ext uri="{FF2B5EF4-FFF2-40B4-BE49-F238E27FC236}">
                <a16:creationId xmlns:a16="http://schemas.microsoft.com/office/drawing/2014/main" id="{D818837D-8498-3948-B306-D6441833CEB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715443" y="5656779"/>
            <a:ext cx="1005618" cy="888804"/>
          </a:xfrm>
          <a:prstGeom prst="rect">
            <a:avLst/>
          </a:prstGeom>
        </p:spPr>
      </p:pic>
    </p:spTree>
    <p:extLst>
      <p:ext uri="{BB962C8B-B14F-4D97-AF65-F5344CB8AC3E}">
        <p14:creationId xmlns:p14="http://schemas.microsoft.com/office/powerpoint/2010/main" val="3247640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sión E">
    <p:bg>
      <p:bgPr>
        <a:solidFill>
          <a:srgbClr val="5454E9"/>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FB8719D-715E-23DB-8426-45F130FE1DFC}"/>
              </a:ext>
            </a:extLst>
          </p:cNvPr>
          <p:cNvSpPr>
            <a:spLocks noGrp="1"/>
          </p:cNvSpPr>
          <p:nvPr>
            <p:ph type="title" hasCustomPrompt="1"/>
          </p:nvPr>
        </p:nvSpPr>
        <p:spPr>
          <a:xfrm>
            <a:off x="488456" y="3794078"/>
            <a:ext cx="7628412" cy="736979"/>
          </a:xfrm>
          <a:prstGeom prst="rect">
            <a:avLst/>
          </a:prstGeom>
        </p:spPr>
        <p:txBody>
          <a:bodyPr vert="horz" lIns="91440" tIns="45720" rIns="91440" bIns="45720" rtlCol="0" anchor="ctr">
            <a:noAutofit/>
          </a:bodyPr>
          <a:lstStyle>
            <a:lvl1pPr algn="l">
              <a:defRPr sz="3200" b="0">
                <a:solidFill>
                  <a:schemeClr val="bg1"/>
                </a:solidFill>
              </a:defRPr>
            </a:lvl1pPr>
          </a:lstStyle>
          <a:p>
            <a:r>
              <a:rPr lang="es-ES" dirty="0"/>
              <a:t>Título de la sección</a:t>
            </a:r>
            <a:endParaRPr lang="es-CO" dirty="0"/>
          </a:p>
        </p:txBody>
      </p:sp>
      <p:pic>
        <p:nvPicPr>
          <p:cNvPr id="8" name="Gráfico 7">
            <a:extLst>
              <a:ext uri="{FF2B5EF4-FFF2-40B4-BE49-F238E27FC236}">
                <a16:creationId xmlns:a16="http://schemas.microsoft.com/office/drawing/2014/main" id="{651731E9-C150-504E-A383-8F5B71FB08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8345" y="4835139"/>
            <a:ext cx="12908591" cy="1547286"/>
          </a:xfrm>
          <a:prstGeom prst="rect">
            <a:avLst/>
          </a:prstGeom>
        </p:spPr>
      </p:pic>
      <p:pic>
        <p:nvPicPr>
          <p:cNvPr id="5" name="Gráfico 4">
            <a:extLst>
              <a:ext uri="{FF2B5EF4-FFF2-40B4-BE49-F238E27FC236}">
                <a16:creationId xmlns:a16="http://schemas.microsoft.com/office/drawing/2014/main" id="{3749A815-211B-D04F-A10B-7D009842EE7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67764" y="475179"/>
            <a:ext cx="2177122" cy="909299"/>
          </a:xfrm>
          <a:prstGeom prst="rect">
            <a:avLst/>
          </a:prstGeom>
        </p:spPr>
      </p:pic>
      <p:pic>
        <p:nvPicPr>
          <p:cNvPr id="9" name="Gráfico 8">
            <a:extLst>
              <a:ext uri="{FF2B5EF4-FFF2-40B4-BE49-F238E27FC236}">
                <a16:creationId xmlns:a16="http://schemas.microsoft.com/office/drawing/2014/main" id="{8A9443BE-0DB1-224D-924A-FC6BC2213D6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715443" y="475179"/>
            <a:ext cx="1005618" cy="888804"/>
          </a:xfrm>
          <a:prstGeom prst="rect">
            <a:avLst/>
          </a:prstGeom>
        </p:spPr>
      </p:pic>
    </p:spTree>
    <p:extLst>
      <p:ext uri="{BB962C8B-B14F-4D97-AF65-F5344CB8AC3E}">
        <p14:creationId xmlns:p14="http://schemas.microsoft.com/office/powerpoint/2010/main" val="1147127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sión F">
    <p:bg>
      <p:bgPr>
        <a:solidFill>
          <a:schemeClr val="bg1"/>
        </a:solid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FB8719D-715E-23DB-8426-45F130FE1DFC}"/>
              </a:ext>
            </a:extLst>
          </p:cNvPr>
          <p:cNvSpPr>
            <a:spLocks noGrp="1"/>
          </p:cNvSpPr>
          <p:nvPr>
            <p:ph type="title" hasCustomPrompt="1"/>
          </p:nvPr>
        </p:nvSpPr>
        <p:spPr>
          <a:xfrm>
            <a:off x="488456" y="3794078"/>
            <a:ext cx="7628412" cy="736979"/>
          </a:xfrm>
          <a:prstGeom prst="rect">
            <a:avLst/>
          </a:prstGeom>
        </p:spPr>
        <p:txBody>
          <a:bodyPr vert="horz" lIns="91440" tIns="45720" rIns="91440" bIns="45720" rtlCol="0" anchor="ctr">
            <a:noAutofit/>
          </a:bodyPr>
          <a:lstStyle>
            <a:lvl1pPr algn="l">
              <a:defRPr sz="3200" b="0">
                <a:solidFill>
                  <a:srgbClr val="5454E9"/>
                </a:solidFill>
              </a:defRPr>
            </a:lvl1pPr>
          </a:lstStyle>
          <a:p>
            <a:r>
              <a:rPr lang="es-ES" dirty="0"/>
              <a:t>Título de la sección</a:t>
            </a:r>
            <a:endParaRPr lang="es-CO" dirty="0"/>
          </a:p>
        </p:txBody>
      </p:sp>
      <p:pic>
        <p:nvPicPr>
          <p:cNvPr id="8" name="Gráfico 7">
            <a:extLst>
              <a:ext uri="{FF2B5EF4-FFF2-40B4-BE49-F238E27FC236}">
                <a16:creationId xmlns:a16="http://schemas.microsoft.com/office/drawing/2014/main" id="{651731E9-C150-504E-A383-8F5B71FB08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8345" y="4835139"/>
            <a:ext cx="12908591" cy="1547286"/>
          </a:xfrm>
          <a:prstGeom prst="rect">
            <a:avLst/>
          </a:prstGeom>
        </p:spPr>
      </p:pic>
      <p:pic>
        <p:nvPicPr>
          <p:cNvPr id="6" name="Gráfico 5">
            <a:extLst>
              <a:ext uri="{FF2B5EF4-FFF2-40B4-BE49-F238E27FC236}">
                <a16:creationId xmlns:a16="http://schemas.microsoft.com/office/drawing/2014/main" id="{01466B55-BCED-9E4D-913B-DC22D24A68E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70527" y="473679"/>
            <a:ext cx="2180713" cy="910799"/>
          </a:xfrm>
          <a:prstGeom prst="rect">
            <a:avLst/>
          </a:prstGeom>
        </p:spPr>
      </p:pic>
      <p:pic>
        <p:nvPicPr>
          <p:cNvPr id="9" name="Gráfico 8">
            <a:extLst>
              <a:ext uri="{FF2B5EF4-FFF2-40B4-BE49-F238E27FC236}">
                <a16:creationId xmlns:a16="http://schemas.microsoft.com/office/drawing/2014/main" id="{8462D0A8-A0E2-AD43-AE7A-9F0EE8F8BC5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712231" y="495278"/>
            <a:ext cx="1006067" cy="889200"/>
          </a:xfrm>
          <a:prstGeom prst="rect">
            <a:avLst/>
          </a:prstGeom>
        </p:spPr>
      </p:pic>
      <p:sp>
        <p:nvSpPr>
          <p:cNvPr id="7" name="Marcador de número de diapositiva 1">
            <a:extLst>
              <a:ext uri="{FF2B5EF4-FFF2-40B4-BE49-F238E27FC236}">
                <a16:creationId xmlns:a16="http://schemas.microsoft.com/office/drawing/2014/main" id="{57DDA77B-4255-4BAC-8029-CECD1EBB50A7}"/>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1552987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ca sin logo">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B8825C95-B00A-F94F-AA8B-132BD1D572AD}"/>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7CD977C5-3017-5F44-9832-D154137BFA22}"/>
              </a:ext>
            </a:extLst>
          </p:cNvPr>
          <p:cNvSpPr>
            <a:spLocks noGrp="1"/>
          </p:cNvSpPr>
          <p:nvPr>
            <p:ph type="ftr" sz="quarter" idx="11"/>
          </p:nvPr>
        </p:nvSpPr>
        <p:spPr/>
        <p:txBody>
          <a:bodyPr/>
          <a:lstStyle/>
          <a:p>
            <a:endParaRPr lang="es-CO" dirty="0"/>
          </a:p>
        </p:txBody>
      </p:sp>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304801" y="1349865"/>
            <a:ext cx="11371383" cy="647748"/>
          </a:xfrm>
          <a:prstGeom prst="rect">
            <a:avLst/>
          </a:prstGeom>
        </p:spPr>
        <p:txBody>
          <a:bodyPr/>
          <a:lstStyle>
            <a:lvl1pPr>
              <a:defRPr sz="2400"/>
            </a:lvl1pPr>
          </a:lstStyle>
          <a:p>
            <a:r>
              <a:rPr lang="es-ES" dirty="0"/>
              <a:t>Título de la diapositiva</a:t>
            </a:r>
            <a:endParaRPr lang="es-CO" dirty="0"/>
          </a:p>
        </p:txBody>
      </p:sp>
      <p:sp>
        <p:nvSpPr>
          <p:cNvPr id="9" name="Marcador de texto 8">
            <a:extLst>
              <a:ext uri="{FF2B5EF4-FFF2-40B4-BE49-F238E27FC236}">
                <a16:creationId xmlns:a16="http://schemas.microsoft.com/office/drawing/2014/main" id="{6607D22F-668C-4E4B-8423-5DA29CE9719E}"/>
              </a:ext>
            </a:extLst>
          </p:cNvPr>
          <p:cNvSpPr>
            <a:spLocks noGrp="1"/>
          </p:cNvSpPr>
          <p:nvPr>
            <p:ph type="body" sz="quarter" idx="12"/>
          </p:nvPr>
        </p:nvSpPr>
        <p:spPr>
          <a:xfrm>
            <a:off x="304801" y="2208628"/>
            <a:ext cx="11371383" cy="3995224"/>
          </a:xfrm>
          <a:prstGeom prst="rect">
            <a:avLst/>
          </a:prstGeom>
        </p:spPr>
        <p:txBody>
          <a:bodyPr/>
          <a:lstStyle>
            <a:lvl1pPr marL="0" indent="0">
              <a:lnSpc>
                <a:spcPct val="100000"/>
              </a:lnSpc>
              <a:buNone/>
              <a:defRPr sz="2000">
                <a:solidFill>
                  <a:schemeClr val="tx1"/>
                </a:solidFill>
              </a:defRPr>
            </a:lvl1pPr>
            <a:lvl2pPr marL="457200" indent="0">
              <a:lnSpc>
                <a:spcPct val="100000"/>
              </a:lnSpc>
              <a:buNone/>
              <a:defRPr sz="1800">
                <a:solidFill>
                  <a:schemeClr val="tx1"/>
                </a:solidFill>
              </a:defRPr>
            </a:lvl2pPr>
            <a:lvl3pPr marL="914400" indent="0">
              <a:lnSpc>
                <a:spcPct val="100000"/>
              </a:lnSpc>
              <a:buNone/>
              <a:defRPr sz="1600">
                <a:solidFill>
                  <a:schemeClr val="tx1"/>
                </a:solidFill>
              </a:defRPr>
            </a:lvl3pPr>
            <a:lvl4pPr marL="1371600" indent="0">
              <a:lnSpc>
                <a:spcPct val="100000"/>
              </a:lnSpc>
              <a:buNone/>
              <a:defRPr sz="1400">
                <a:solidFill>
                  <a:schemeClr val="tx1"/>
                </a:solidFill>
              </a:defRPr>
            </a:lvl4pPr>
            <a:lvl5pPr marL="1828800" indent="0">
              <a:lnSpc>
                <a:spcPct val="100000"/>
              </a:lnSpc>
              <a:buNone/>
              <a:defRPr sz="1400">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pic>
        <p:nvPicPr>
          <p:cNvPr id="8" name="Gráfico 7">
            <a:extLst>
              <a:ext uri="{FF2B5EF4-FFF2-40B4-BE49-F238E27FC236}">
                <a16:creationId xmlns:a16="http://schemas.microsoft.com/office/drawing/2014/main" id="{97E20350-AF53-5348-8C67-42245505E1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595" y="235458"/>
            <a:ext cx="1473922" cy="615600"/>
          </a:xfrm>
          <a:prstGeom prst="rect">
            <a:avLst/>
          </a:prstGeom>
        </p:spPr>
      </p:pic>
      <p:pic>
        <p:nvPicPr>
          <p:cNvPr id="10" name="Gráfico 9">
            <a:extLst>
              <a:ext uri="{FF2B5EF4-FFF2-40B4-BE49-F238E27FC236}">
                <a16:creationId xmlns:a16="http://schemas.microsoft.com/office/drawing/2014/main" id="{9073DDDA-63CA-164E-B210-1A6E7250EA7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912757" y="316775"/>
            <a:ext cx="763427" cy="674746"/>
          </a:xfrm>
          <a:prstGeom prst="rect">
            <a:avLst/>
          </a:prstGeom>
        </p:spPr>
      </p:pic>
      <p:sp>
        <p:nvSpPr>
          <p:cNvPr id="11" name="Marcador de número de diapositiva 1">
            <a:extLst>
              <a:ext uri="{FF2B5EF4-FFF2-40B4-BE49-F238E27FC236}">
                <a16:creationId xmlns:a16="http://schemas.microsoft.com/office/drawing/2014/main" id="{F14A3601-5DE3-4D4B-8D95-BBEDACF20593}"/>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19346805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ranja azul con log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26D8F236-7022-E34C-B233-9027F6DDD739}"/>
              </a:ext>
            </a:extLst>
          </p:cNvPr>
          <p:cNvSpPr/>
          <p:nvPr userDrawn="1"/>
        </p:nvSpPr>
        <p:spPr>
          <a:xfrm>
            <a:off x="-42578" y="-42204"/>
            <a:ext cx="12337742" cy="1111903"/>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3" name="Marcador de fecha 2">
            <a:extLst>
              <a:ext uri="{FF2B5EF4-FFF2-40B4-BE49-F238E27FC236}">
                <a16:creationId xmlns:a16="http://schemas.microsoft.com/office/drawing/2014/main" id="{B8825C95-B00A-F94F-AA8B-132BD1D572AD}"/>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7CD977C5-3017-5F44-9832-D154137BFA22}"/>
              </a:ext>
            </a:extLst>
          </p:cNvPr>
          <p:cNvSpPr>
            <a:spLocks noGrp="1"/>
          </p:cNvSpPr>
          <p:nvPr>
            <p:ph type="ftr" sz="quarter" idx="11"/>
          </p:nvPr>
        </p:nvSpPr>
        <p:spPr/>
        <p:txBody>
          <a:bodyPr/>
          <a:lstStyle/>
          <a:p>
            <a:endParaRPr lang="es-CO"/>
          </a:p>
        </p:txBody>
      </p:sp>
      <p:pic>
        <p:nvPicPr>
          <p:cNvPr id="5" name="Gráfico 4">
            <a:extLst>
              <a:ext uri="{FF2B5EF4-FFF2-40B4-BE49-F238E27FC236}">
                <a16:creationId xmlns:a16="http://schemas.microsoft.com/office/drawing/2014/main" id="{13F5093F-1AA4-0442-BADB-36A697E09A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597" y="395158"/>
            <a:ext cx="1242270" cy="482911"/>
          </a:xfrm>
          <a:prstGeom prst="rect">
            <a:avLst/>
          </a:prstGeom>
        </p:spPr>
      </p:pic>
      <p:sp>
        <p:nvSpPr>
          <p:cNvPr id="9" name="Marcador de texto 8">
            <a:extLst>
              <a:ext uri="{FF2B5EF4-FFF2-40B4-BE49-F238E27FC236}">
                <a16:creationId xmlns:a16="http://schemas.microsoft.com/office/drawing/2014/main" id="{6607D22F-668C-4E4B-8423-5DA29CE9719E}"/>
              </a:ext>
            </a:extLst>
          </p:cNvPr>
          <p:cNvSpPr>
            <a:spLocks noGrp="1"/>
          </p:cNvSpPr>
          <p:nvPr>
            <p:ph type="body" sz="quarter" idx="12"/>
          </p:nvPr>
        </p:nvSpPr>
        <p:spPr>
          <a:xfrm>
            <a:off x="304801" y="2208628"/>
            <a:ext cx="11371383" cy="3995224"/>
          </a:xfrm>
          <a:prstGeom prst="rect">
            <a:avLst/>
          </a:prstGeom>
        </p:spPr>
        <p:txBody>
          <a:bodyPr/>
          <a:lstStyle>
            <a:lvl1pPr marL="0" indent="0">
              <a:lnSpc>
                <a:spcPct val="100000"/>
              </a:lnSpc>
              <a:buNone/>
              <a:defRPr sz="2000">
                <a:solidFill>
                  <a:schemeClr val="tx1"/>
                </a:solidFill>
              </a:defRPr>
            </a:lvl1pPr>
            <a:lvl2pPr marL="457200" indent="0">
              <a:lnSpc>
                <a:spcPct val="100000"/>
              </a:lnSpc>
              <a:buNone/>
              <a:defRPr sz="1800">
                <a:solidFill>
                  <a:schemeClr val="tx1"/>
                </a:solidFill>
              </a:defRPr>
            </a:lvl2pPr>
            <a:lvl3pPr marL="914400" indent="0">
              <a:lnSpc>
                <a:spcPct val="100000"/>
              </a:lnSpc>
              <a:buNone/>
              <a:defRPr sz="1600">
                <a:solidFill>
                  <a:schemeClr val="tx1"/>
                </a:solidFill>
              </a:defRPr>
            </a:lvl3pPr>
            <a:lvl4pPr marL="1371600" indent="0">
              <a:lnSpc>
                <a:spcPct val="100000"/>
              </a:lnSpc>
              <a:buNone/>
              <a:defRPr sz="1400">
                <a:solidFill>
                  <a:schemeClr val="tx1"/>
                </a:solidFill>
              </a:defRPr>
            </a:lvl4pPr>
            <a:lvl5pPr marL="1828800" indent="0">
              <a:lnSpc>
                <a:spcPct val="100000"/>
              </a:lnSpc>
              <a:buNone/>
              <a:defRPr sz="1400">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11" name="Rectángulo 10">
            <a:extLst>
              <a:ext uri="{FF2B5EF4-FFF2-40B4-BE49-F238E27FC236}">
                <a16:creationId xmlns:a16="http://schemas.microsoft.com/office/drawing/2014/main" id="{BBDFF49B-82AF-F744-9E06-506CD7FD18DE}"/>
              </a:ext>
            </a:extLst>
          </p:cNvPr>
          <p:cNvSpPr/>
          <p:nvPr userDrawn="1"/>
        </p:nvSpPr>
        <p:spPr>
          <a:xfrm>
            <a:off x="-42578" y="1069698"/>
            <a:ext cx="7554726" cy="85876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304802" y="1321729"/>
            <a:ext cx="7052602" cy="578596"/>
          </a:xfrm>
          <a:prstGeom prst="rect">
            <a:avLst/>
          </a:prstGeom>
        </p:spPr>
        <p:txBody>
          <a:bodyPr/>
          <a:lstStyle>
            <a:lvl1pPr>
              <a:defRPr sz="2400">
                <a:solidFill>
                  <a:schemeClr val="bg1"/>
                </a:solidFill>
              </a:defRPr>
            </a:lvl1pPr>
          </a:lstStyle>
          <a:p>
            <a:r>
              <a:rPr lang="es-ES" dirty="0"/>
              <a:t>Título de la diapositiva</a:t>
            </a:r>
            <a:endParaRPr lang="es-CO" dirty="0"/>
          </a:p>
        </p:txBody>
      </p:sp>
      <p:pic>
        <p:nvPicPr>
          <p:cNvPr id="13" name="Gráfico 12">
            <a:extLst>
              <a:ext uri="{FF2B5EF4-FFF2-40B4-BE49-F238E27FC236}">
                <a16:creationId xmlns:a16="http://schemas.microsoft.com/office/drawing/2014/main" id="{DE549399-5401-6443-BDC4-AAEAB39C1C7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2595" y="235458"/>
            <a:ext cx="1470672" cy="614242"/>
          </a:xfrm>
          <a:prstGeom prst="rect">
            <a:avLst/>
          </a:prstGeom>
        </p:spPr>
      </p:pic>
      <p:pic>
        <p:nvPicPr>
          <p:cNvPr id="14" name="Gráfico 13">
            <a:extLst>
              <a:ext uri="{FF2B5EF4-FFF2-40B4-BE49-F238E27FC236}">
                <a16:creationId xmlns:a16="http://schemas.microsoft.com/office/drawing/2014/main" id="{372CEFBA-AC57-5448-B186-A41214D87EBF}"/>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164550" y="282084"/>
            <a:ext cx="761678" cy="673200"/>
          </a:xfrm>
          <a:prstGeom prst="rect">
            <a:avLst/>
          </a:prstGeom>
        </p:spPr>
      </p:pic>
      <p:sp>
        <p:nvSpPr>
          <p:cNvPr id="12" name="Marcador de número de diapositiva 1">
            <a:extLst>
              <a:ext uri="{FF2B5EF4-FFF2-40B4-BE49-F238E27FC236}">
                <a16:creationId xmlns:a16="http://schemas.microsoft.com/office/drawing/2014/main" id="{8CB4684B-60F3-4062-A8AD-62947388913B}"/>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41210313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ranja vertical derecha">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304802" y="1349865"/>
            <a:ext cx="5575494" cy="647748"/>
          </a:xfrm>
          <a:prstGeom prst="rect">
            <a:avLst/>
          </a:prstGeom>
        </p:spPr>
        <p:txBody>
          <a:bodyPr/>
          <a:lstStyle>
            <a:lvl1pPr>
              <a:defRPr sz="2200"/>
            </a:lvl1pPr>
          </a:lstStyle>
          <a:p>
            <a:r>
              <a:rPr lang="es-ES" dirty="0"/>
              <a:t>Título de la diapositiva</a:t>
            </a:r>
            <a:endParaRPr lang="es-CO" dirty="0"/>
          </a:p>
        </p:txBody>
      </p:sp>
      <p:sp>
        <p:nvSpPr>
          <p:cNvPr id="9" name="Marcador de texto 8">
            <a:extLst>
              <a:ext uri="{FF2B5EF4-FFF2-40B4-BE49-F238E27FC236}">
                <a16:creationId xmlns:a16="http://schemas.microsoft.com/office/drawing/2014/main" id="{6607D22F-668C-4E4B-8423-5DA29CE9719E}"/>
              </a:ext>
            </a:extLst>
          </p:cNvPr>
          <p:cNvSpPr>
            <a:spLocks noGrp="1"/>
          </p:cNvSpPr>
          <p:nvPr>
            <p:ph type="body" sz="quarter" idx="12"/>
          </p:nvPr>
        </p:nvSpPr>
        <p:spPr>
          <a:xfrm>
            <a:off x="304802" y="2208628"/>
            <a:ext cx="5575494" cy="3995224"/>
          </a:xfrm>
          <a:prstGeom prst="rect">
            <a:avLst/>
          </a:prstGeom>
        </p:spPr>
        <p:txBody>
          <a:bodyPr/>
          <a:lstStyle>
            <a:lvl1pPr marL="0" indent="0">
              <a:lnSpc>
                <a:spcPct val="100000"/>
              </a:lnSpc>
              <a:buNone/>
              <a:defRPr sz="2000">
                <a:solidFill>
                  <a:schemeClr val="tx1"/>
                </a:solidFill>
              </a:defRPr>
            </a:lvl1pPr>
            <a:lvl2pPr marL="457200" indent="0">
              <a:lnSpc>
                <a:spcPct val="100000"/>
              </a:lnSpc>
              <a:buNone/>
              <a:defRPr sz="1800">
                <a:solidFill>
                  <a:schemeClr val="tx1"/>
                </a:solidFill>
              </a:defRPr>
            </a:lvl2pPr>
            <a:lvl3pPr marL="914400" indent="0">
              <a:lnSpc>
                <a:spcPct val="100000"/>
              </a:lnSpc>
              <a:buNone/>
              <a:defRPr sz="1600">
                <a:solidFill>
                  <a:schemeClr val="tx1"/>
                </a:solidFill>
              </a:defRPr>
            </a:lvl3pPr>
            <a:lvl4pPr marL="1371600" indent="0">
              <a:lnSpc>
                <a:spcPct val="100000"/>
              </a:lnSpc>
              <a:buNone/>
              <a:defRPr sz="1400">
                <a:solidFill>
                  <a:schemeClr val="tx1"/>
                </a:solidFill>
              </a:defRPr>
            </a:lvl4pPr>
            <a:lvl5pPr marL="1828800" indent="0">
              <a:lnSpc>
                <a:spcPct val="100000"/>
              </a:lnSpc>
              <a:buNone/>
              <a:defRPr sz="1400">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8" name="Rectángulo 7">
            <a:extLst>
              <a:ext uri="{FF2B5EF4-FFF2-40B4-BE49-F238E27FC236}">
                <a16:creationId xmlns:a16="http://schemas.microsoft.com/office/drawing/2014/main" id="{1752759E-8F1F-CA4F-BD59-0DF228699E41}"/>
              </a:ext>
            </a:extLst>
          </p:cNvPr>
          <p:cNvSpPr/>
          <p:nvPr userDrawn="1"/>
        </p:nvSpPr>
        <p:spPr>
          <a:xfrm flipV="1">
            <a:off x="6094413" y="-126611"/>
            <a:ext cx="6200752" cy="7090118"/>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10" name="Rectángulo 9">
            <a:extLst>
              <a:ext uri="{FF2B5EF4-FFF2-40B4-BE49-F238E27FC236}">
                <a16:creationId xmlns:a16="http://schemas.microsoft.com/office/drawing/2014/main" id="{9CA0EBB9-F320-4743-93CB-0A6146AA02BB}"/>
              </a:ext>
            </a:extLst>
          </p:cNvPr>
          <p:cNvSpPr/>
          <p:nvPr userDrawn="1"/>
        </p:nvSpPr>
        <p:spPr>
          <a:xfrm flipV="1">
            <a:off x="4485993" y="6315757"/>
            <a:ext cx="7809172" cy="647749"/>
          </a:xfrm>
          <a:prstGeom prst="rect">
            <a:avLst/>
          </a:prstGeom>
          <a:solidFill>
            <a:srgbClr val="E968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3" name="Marcador de fecha 2">
            <a:extLst>
              <a:ext uri="{FF2B5EF4-FFF2-40B4-BE49-F238E27FC236}">
                <a16:creationId xmlns:a16="http://schemas.microsoft.com/office/drawing/2014/main" id="{B8825C95-B00A-F94F-AA8B-132BD1D572AD}"/>
              </a:ext>
            </a:extLst>
          </p:cNvPr>
          <p:cNvSpPr>
            <a:spLocks noGrp="1"/>
          </p:cNvSpPr>
          <p:nvPr>
            <p:ph type="dt" sz="half" idx="10"/>
          </p:nvPr>
        </p:nvSpPr>
        <p:spPr>
          <a:xfrm>
            <a:off x="4736124" y="6484018"/>
            <a:ext cx="1428466" cy="251105"/>
          </a:xfrm>
        </p:spPr>
        <p:txBody>
          <a:bodyPr/>
          <a:lstStyle>
            <a:lvl1pPr>
              <a:defRPr>
                <a:solidFill>
                  <a:schemeClr val="bg1"/>
                </a:solidFill>
              </a:defRPr>
            </a:lvl1pPr>
          </a:lstStyle>
          <a:p>
            <a:endParaRPr lang="es-CO"/>
          </a:p>
        </p:txBody>
      </p:sp>
      <p:sp>
        <p:nvSpPr>
          <p:cNvPr id="4" name="Marcador de pie de página 3">
            <a:extLst>
              <a:ext uri="{FF2B5EF4-FFF2-40B4-BE49-F238E27FC236}">
                <a16:creationId xmlns:a16="http://schemas.microsoft.com/office/drawing/2014/main" id="{7CD977C5-3017-5F44-9832-D154137BFA22}"/>
              </a:ext>
            </a:extLst>
          </p:cNvPr>
          <p:cNvSpPr>
            <a:spLocks noGrp="1"/>
          </p:cNvSpPr>
          <p:nvPr>
            <p:ph type="ftr" sz="quarter" idx="11"/>
          </p:nvPr>
        </p:nvSpPr>
        <p:spPr>
          <a:xfrm>
            <a:off x="6448545" y="6484018"/>
            <a:ext cx="4182961" cy="251105"/>
          </a:xfrm>
        </p:spPr>
        <p:txBody>
          <a:bodyPr/>
          <a:lstStyle>
            <a:lvl1pPr>
              <a:defRPr>
                <a:solidFill>
                  <a:schemeClr val="bg1"/>
                </a:solidFill>
              </a:defRPr>
            </a:lvl1pPr>
          </a:lstStyle>
          <a:p>
            <a:endParaRPr lang="es-CO"/>
          </a:p>
        </p:txBody>
      </p:sp>
      <p:pic>
        <p:nvPicPr>
          <p:cNvPr id="11" name="Gráfico 10">
            <a:extLst>
              <a:ext uri="{FF2B5EF4-FFF2-40B4-BE49-F238E27FC236}">
                <a16:creationId xmlns:a16="http://schemas.microsoft.com/office/drawing/2014/main" id="{A0AA22C5-96DD-B846-85FB-E8B3DC97357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595" y="235458"/>
            <a:ext cx="1473922" cy="615600"/>
          </a:xfrm>
          <a:prstGeom prst="rect">
            <a:avLst/>
          </a:prstGeom>
        </p:spPr>
      </p:pic>
      <p:sp>
        <p:nvSpPr>
          <p:cNvPr id="12" name="Marcador de número de diapositiva 1">
            <a:extLst>
              <a:ext uri="{FF2B5EF4-FFF2-40B4-BE49-F238E27FC236}">
                <a16:creationId xmlns:a16="http://schemas.microsoft.com/office/drawing/2014/main" id="{1031E094-2FBD-4867-848E-AC3D5BA35650}"/>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123205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ranja vertical izquierd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1752759E-8F1F-CA4F-BD59-0DF228699E41}"/>
              </a:ext>
            </a:extLst>
          </p:cNvPr>
          <p:cNvSpPr/>
          <p:nvPr userDrawn="1"/>
        </p:nvSpPr>
        <p:spPr>
          <a:xfrm flipV="1">
            <a:off x="-36162" y="-126611"/>
            <a:ext cx="6200752" cy="7090118"/>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304802" y="1349865"/>
            <a:ext cx="5575494" cy="647748"/>
          </a:xfrm>
          <a:prstGeom prst="rect">
            <a:avLst/>
          </a:prstGeom>
        </p:spPr>
        <p:txBody>
          <a:bodyPr/>
          <a:lstStyle>
            <a:lvl1pPr>
              <a:defRPr sz="2200">
                <a:solidFill>
                  <a:schemeClr val="bg1"/>
                </a:solidFill>
              </a:defRPr>
            </a:lvl1pPr>
          </a:lstStyle>
          <a:p>
            <a:r>
              <a:rPr lang="es-ES" dirty="0"/>
              <a:t>Título de la diapositiva</a:t>
            </a:r>
            <a:endParaRPr lang="es-CO" dirty="0"/>
          </a:p>
        </p:txBody>
      </p:sp>
      <p:sp>
        <p:nvSpPr>
          <p:cNvPr id="9" name="Marcador de texto 8">
            <a:extLst>
              <a:ext uri="{FF2B5EF4-FFF2-40B4-BE49-F238E27FC236}">
                <a16:creationId xmlns:a16="http://schemas.microsoft.com/office/drawing/2014/main" id="{6607D22F-668C-4E4B-8423-5DA29CE9719E}"/>
              </a:ext>
            </a:extLst>
          </p:cNvPr>
          <p:cNvSpPr>
            <a:spLocks noGrp="1"/>
          </p:cNvSpPr>
          <p:nvPr>
            <p:ph type="body" sz="quarter" idx="12"/>
          </p:nvPr>
        </p:nvSpPr>
        <p:spPr>
          <a:xfrm>
            <a:off x="304802" y="2208628"/>
            <a:ext cx="5575494" cy="3995224"/>
          </a:xfrm>
          <a:prstGeom prst="rect">
            <a:avLst/>
          </a:prstGeom>
        </p:spPr>
        <p:txBody>
          <a:bodyPr/>
          <a:lstStyle>
            <a:lvl1pPr marL="0" indent="0">
              <a:lnSpc>
                <a:spcPct val="100000"/>
              </a:lnSpc>
              <a:buNone/>
              <a:defRPr sz="2000">
                <a:solidFill>
                  <a:schemeClr val="bg1"/>
                </a:solidFill>
              </a:defRPr>
            </a:lvl1pPr>
            <a:lvl2pPr marL="457200" indent="0">
              <a:lnSpc>
                <a:spcPct val="100000"/>
              </a:lnSpc>
              <a:buNone/>
              <a:defRPr sz="1800">
                <a:solidFill>
                  <a:schemeClr val="bg1"/>
                </a:solidFill>
              </a:defRPr>
            </a:lvl2pPr>
            <a:lvl3pPr marL="914400" indent="0">
              <a:lnSpc>
                <a:spcPct val="100000"/>
              </a:lnSpc>
              <a:buNone/>
              <a:defRPr sz="1600">
                <a:solidFill>
                  <a:schemeClr val="bg1"/>
                </a:solidFill>
              </a:defRPr>
            </a:lvl3pPr>
            <a:lvl4pPr marL="1371600" indent="0">
              <a:lnSpc>
                <a:spcPct val="100000"/>
              </a:lnSpc>
              <a:buNone/>
              <a:defRPr sz="1400">
                <a:solidFill>
                  <a:schemeClr val="bg1"/>
                </a:solidFill>
              </a:defRPr>
            </a:lvl4pPr>
            <a:lvl5pPr marL="1828800" indent="0">
              <a:lnSpc>
                <a:spcPct val="100000"/>
              </a:lnSpc>
              <a:buNone/>
              <a:defRPr sz="1400">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pic>
        <p:nvPicPr>
          <p:cNvPr id="6" name="Gráfico 5">
            <a:extLst>
              <a:ext uri="{FF2B5EF4-FFF2-40B4-BE49-F238E27FC236}">
                <a16:creationId xmlns:a16="http://schemas.microsoft.com/office/drawing/2014/main" id="{B1EFD37E-104C-0548-B3F4-15247384DFE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595" y="235458"/>
            <a:ext cx="1470672" cy="614242"/>
          </a:xfrm>
          <a:prstGeom prst="rect">
            <a:avLst/>
          </a:prstGeom>
        </p:spPr>
      </p:pic>
      <p:sp>
        <p:nvSpPr>
          <p:cNvPr id="10" name="Marcador de número de diapositiva 1">
            <a:extLst>
              <a:ext uri="{FF2B5EF4-FFF2-40B4-BE49-F238E27FC236}">
                <a16:creationId xmlns:a16="http://schemas.microsoft.com/office/drawing/2014/main" id="{E110A2E4-BAB2-45D8-8C5A-E6501966D641}"/>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2795171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zul completo">
    <p:bg>
      <p:bgPr>
        <a:solidFill>
          <a:srgbClr val="5454E9"/>
        </a:solidFill>
        <a:effectLst/>
      </p:bgPr>
    </p:bg>
    <p:spTree>
      <p:nvGrpSpPr>
        <p:cNvPr id="1" name=""/>
        <p:cNvGrpSpPr/>
        <p:nvPr/>
      </p:nvGrpSpPr>
      <p:grpSpPr>
        <a:xfrm>
          <a:off x="0" y="0"/>
          <a:ext cx="0" cy="0"/>
          <a:chOff x="0" y="0"/>
          <a:chExt cx="0" cy="0"/>
        </a:xfrm>
      </p:grpSpPr>
      <p:sp>
        <p:nvSpPr>
          <p:cNvPr id="6" name="Rectángulo 5">
            <a:extLst>
              <a:ext uri="{FF2B5EF4-FFF2-40B4-BE49-F238E27FC236}">
                <a16:creationId xmlns:a16="http://schemas.microsoft.com/office/drawing/2014/main" id="{FBF49F41-7172-4448-82B4-B557ED092575}"/>
              </a:ext>
            </a:extLst>
          </p:cNvPr>
          <p:cNvSpPr/>
          <p:nvPr userDrawn="1"/>
        </p:nvSpPr>
        <p:spPr>
          <a:xfrm>
            <a:off x="6004561" y="1005874"/>
            <a:ext cx="6172892" cy="99173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6246054" y="1349865"/>
            <a:ext cx="5458265" cy="366393"/>
          </a:xfrm>
          <a:prstGeom prst="rect">
            <a:avLst/>
          </a:prstGeom>
        </p:spPr>
        <p:txBody>
          <a:bodyPr/>
          <a:lstStyle>
            <a:lvl1pPr>
              <a:defRPr sz="2200">
                <a:solidFill>
                  <a:schemeClr val="tx1"/>
                </a:solidFill>
              </a:defRPr>
            </a:lvl1pPr>
          </a:lstStyle>
          <a:p>
            <a:r>
              <a:rPr lang="es-ES" dirty="0"/>
              <a:t>Título de la diapositiva</a:t>
            </a:r>
            <a:endParaRPr lang="es-CO" dirty="0"/>
          </a:p>
        </p:txBody>
      </p:sp>
      <p:pic>
        <p:nvPicPr>
          <p:cNvPr id="5" name="Gráfico 4">
            <a:extLst>
              <a:ext uri="{FF2B5EF4-FFF2-40B4-BE49-F238E27FC236}">
                <a16:creationId xmlns:a16="http://schemas.microsoft.com/office/drawing/2014/main" id="{9746AA1F-CD74-AB4E-B844-4B601751EAB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595" y="235458"/>
            <a:ext cx="1470672" cy="614242"/>
          </a:xfrm>
          <a:prstGeom prst="rect">
            <a:avLst/>
          </a:prstGeom>
        </p:spPr>
      </p:pic>
      <p:sp>
        <p:nvSpPr>
          <p:cNvPr id="8" name="Marcador de número de diapositiva 1">
            <a:extLst>
              <a:ext uri="{FF2B5EF4-FFF2-40B4-BE49-F238E27FC236}">
                <a16:creationId xmlns:a16="http://schemas.microsoft.com/office/drawing/2014/main" id="{7BE88217-1562-4E7A-9314-865F8ABC6A9C}"/>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27101075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ranja vertical con foto">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88290B93-A534-E449-A31D-DD3CC0E59310}"/>
              </a:ext>
            </a:extLst>
          </p:cNvPr>
          <p:cNvSpPr/>
          <p:nvPr userDrawn="1"/>
        </p:nvSpPr>
        <p:spPr>
          <a:xfrm>
            <a:off x="6094412" y="-136525"/>
            <a:ext cx="6234747" cy="710120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304802" y="1349865"/>
            <a:ext cx="5575494" cy="647748"/>
          </a:xfrm>
          <a:prstGeom prst="rect">
            <a:avLst/>
          </a:prstGeom>
        </p:spPr>
        <p:txBody>
          <a:bodyPr/>
          <a:lstStyle>
            <a:lvl1pPr>
              <a:defRPr sz="2400"/>
            </a:lvl1pPr>
          </a:lstStyle>
          <a:p>
            <a:r>
              <a:rPr lang="es-ES" dirty="0"/>
              <a:t>Título de la diapositiva</a:t>
            </a:r>
            <a:endParaRPr lang="es-CO" dirty="0"/>
          </a:p>
        </p:txBody>
      </p:sp>
      <p:sp>
        <p:nvSpPr>
          <p:cNvPr id="9" name="Marcador de texto 8">
            <a:extLst>
              <a:ext uri="{FF2B5EF4-FFF2-40B4-BE49-F238E27FC236}">
                <a16:creationId xmlns:a16="http://schemas.microsoft.com/office/drawing/2014/main" id="{6607D22F-668C-4E4B-8423-5DA29CE9719E}"/>
              </a:ext>
            </a:extLst>
          </p:cNvPr>
          <p:cNvSpPr>
            <a:spLocks noGrp="1"/>
          </p:cNvSpPr>
          <p:nvPr>
            <p:ph type="body" sz="quarter" idx="12"/>
          </p:nvPr>
        </p:nvSpPr>
        <p:spPr>
          <a:xfrm>
            <a:off x="304802" y="2208628"/>
            <a:ext cx="5575494" cy="3995224"/>
          </a:xfrm>
          <a:prstGeom prst="rect">
            <a:avLst/>
          </a:prstGeom>
        </p:spPr>
        <p:txBody>
          <a:bodyPr/>
          <a:lstStyle>
            <a:lvl1pPr marL="0" indent="0">
              <a:lnSpc>
                <a:spcPct val="100000"/>
              </a:lnSpc>
              <a:buNone/>
              <a:defRPr sz="2000">
                <a:solidFill>
                  <a:schemeClr val="tx1"/>
                </a:solidFill>
              </a:defRPr>
            </a:lvl1pPr>
            <a:lvl2pPr marL="457200" indent="0">
              <a:lnSpc>
                <a:spcPct val="100000"/>
              </a:lnSpc>
              <a:buNone/>
              <a:defRPr sz="1800">
                <a:solidFill>
                  <a:schemeClr val="tx1"/>
                </a:solidFill>
              </a:defRPr>
            </a:lvl2pPr>
            <a:lvl3pPr marL="914400" indent="0">
              <a:lnSpc>
                <a:spcPct val="100000"/>
              </a:lnSpc>
              <a:buNone/>
              <a:defRPr sz="1600">
                <a:solidFill>
                  <a:schemeClr val="tx1"/>
                </a:solidFill>
              </a:defRPr>
            </a:lvl3pPr>
            <a:lvl4pPr marL="1371600" indent="0">
              <a:lnSpc>
                <a:spcPct val="100000"/>
              </a:lnSpc>
              <a:buNone/>
              <a:defRPr sz="1400">
                <a:solidFill>
                  <a:schemeClr val="tx1"/>
                </a:solidFill>
              </a:defRPr>
            </a:lvl4pPr>
            <a:lvl5pPr marL="1828800" indent="0">
              <a:lnSpc>
                <a:spcPct val="100000"/>
              </a:lnSpc>
              <a:buNone/>
              <a:defRPr sz="1400">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pic>
        <p:nvPicPr>
          <p:cNvPr id="8" name="Gráfico 7">
            <a:extLst>
              <a:ext uri="{FF2B5EF4-FFF2-40B4-BE49-F238E27FC236}">
                <a16:creationId xmlns:a16="http://schemas.microsoft.com/office/drawing/2014/main" id="{084756FF-4086-4A43-984F-09800BF06DE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595" y="235458"/>
            <a:ext cx="1473922" cy="615600"/>
          </a:xfrm>
          <a:prstGeom prst="rect">
            <a:avLst/>
          </a:prstGeom>
        </p:spPr>
      </p:pic>
      <p:sp>
        <p:nvSpPr>
          <p:cNvPr id="3" name="Marcador de posición de imagen 2">
            <a:extLst>
              <a:ext uri="{FF2B5EF4-FFF2-40B4-BE49-F238E27FC236}">
                <a16:creationId xmlns:a16="http://schemas.microsoft.com/office/drawing/2014/main" id="{AD6584E7-278E-B541-801B-2ED2A0A4ABDE}"/>
              </a:ext>
            </a:extLst>
          </p:cNvPr>
          <p:cNvSpPr>
            <a:spLocks noGrp="1"/>
          </p:cNvSpPr>
          <p:nvPr>
            <p:ph type="pic" sz="quarter" idx="13"/>
          </p:nvPr>
        </p:nvSpPr>
        <p:spPr>
          <a:xfrm>
            <a:off x="6096805" y="-136526"/>
            <a:ext cx="6232353" cy="7101205"/>
          </a:xfrm>
          <a:prstGeom prst="rect">
            <a:avLst/>
          </a:prstGeom>
        </p:spPr>
        <p:txBody>
          <a:bodyPr anchor="ctr"/>
          <a:lstStyle>
            <a:lvl1pPr marL="0" indent="0" algn="ctr">
              <a:buNone/>
              <a:defRPr/>
            </a:lvl1pPr>
          </a:lstStyle>
          <a:p>
            <a:endParaRPr lang="es-CO"/>
          </a:p>
        </p:txBody>
      </p:sp>
      <p:sp>
        <p:nvSpPr>
          <p:cNvPr id="10" name="Marcador de número de diapositiva 1">
            <a:extLst>
              <a:ext uri="{FF2B5EF4-FFF2-40B4-BE49-F238E27FC236}">
                <a16:creationId xmlns:a16="http://schemas.microsoft.com/office/drawing/2014/main" id="{B96B7EF9-E66F-4028-B000-7C6B2C0AC927}"/>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19274261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ranja azul y franja verde">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26D8F236-7022-E34C-B233-9027F6DDD739}"/>
              </a:ext>
            </a:extLst>
          </p:cNvPr>
          <p:cNvSpPr/>
          <p:nvPr userDrawn="1"/>
        </p:nvSpPr>
        <p:spPr>
          <a:xfrm>
            <a:off x="-42578" y="-42204"/>
            <a:ext cx="12337742" cy="1111903"/>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3" name="Marcador de fecha 2">
            <a:extLst>
              <a:ext uri="{FF2B5EF4-FFF2-40B4-BE49-F238E27FC236}">
                <a16:creationId xmlns:a16="http://schemas.microsoft.com/office/drawing/2014/main" id="{B8825C95-B00A-F94F-AA8B-132BD1D572AD}"/>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7CD977C5-3017-5F44-9832-D154137BFA22}"/>
              </a:ext>
            </a:extLst>
          </p:cNvPr>
          <p:cNvSpPr>
            <a:spLocks noGrp="1"/>
          </p:cNvSpPr>
          <p:nvPr>
            <p:ph type="ftr" sz="quarter" idx="11"/>
          </p:nvPr>
        </p:nvSpPr>
        <p:spPr/>
        <p:txBody>
          <a:bodyPr/>
          <a:lstStyle/>
          <a:p>
            <a:endParaRPr lang="es-CO"/>
          </a:p>
        </p:txBody>
      </p:sp>
      <p:pic>
        <p:nvPicPr>
          <p:cNvPr id="5" name="Gráfico 4">
            <a:extLst>
              <a:ext uri="{FF2B5EF4-FFF2-40B4-BE49-F238E27FC236}">
                <a16:creationId xmlns:a16="http://schemas.microsoft.com/office/drawing/2014/main" id="{13F5093F-1AA4-0442-BADB-36A697E09A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597" y="395158"/>
            <a:ext cx="1242270" cy="482911"/>
          </a:xfrm>
          <a:prstGeom prst="rect">
            <a:avLst/>
          </a:prstGeom>
        </p:spPr>
      </p:pic>
      <p:sp>
        <p:nvSpPr>
          <p:cNvPr id="9" name="Marcador de texto 8">
            <a:extLst>
              <a:ext uri="{FF2B5EF4-FFF2-40B4-BE49-F238E27FC236}">
                <a16:creationId xmlns:a16="http://schemas.microsoft.com/office/drawing/2014/main" id="{6607D22F-668C-4E4B-8423-5DA29CE9719E}"/>
              </a:ext>
            </a:extLst>
          </p:cNvPr>
          <p:cNvSpPr>
            <a:spLocks noGrp="1"/>
          </p:cNvSpPr>
          <p:nvPr>
            <p:ph type="body" sz="quarter" idx="12"/>
          </p:nvPr>
        </p:nvSpPr>
        <p:spPr>
          <a:xfrm>
            <a:off x="304801" y="2208628"/>
            <a:ext cx="11371383" cy="3995224"/>
          </a:xfrm>
          <a:prstGeom prst="rect">
            <a:avLst/>
          </a:prstGeom>
        </p:spPr>
        <p:txBody>
          <a:bodyPr/>
          <a:lstStyle>
            <a:lvl1pPr marL="0" indent="0">
              <a:lnSpc>
                <a:spcPct val="100000"/>
              </a:lnSpc>
              <a:buNone/>
              <a:defRPr sz="2000">
                <a:solidFill>
                  <a:schemeClr val="tx1"/>
                </a:solidFill>
              </a:defRPr>
            </a:lvl1pPr>
            <a:lvl2pPr marL="457200" indent="0">
              <a:lnSpc>
                <a:spcPct val="100000"/>
              </a:lnSpc>
              <a:buNone/>
              <a:defRPr sz="1800">
                <a:solidFill>
                  <a:schemeClr val="tx1"/>
                </a:solidFill>
              </a:defRPr>
            </a:lvl2pPr>
            <a:lvl3pPr marL="914400" indent="0">
              <a:lnSpc>
                <a:spcPct val="100000"/>
              </a:lnSpc>
              <a:buNone/>
              <a:defRPr sz="1600">
                <a:solidFill>
                  <a:schemeClr val="tx1"/>
                </a:solidFill>
              </a:defRPr>
            </a:lvl3pPr>
            <a:lvl4pPr marL="1371600" indent="0">
              <a:lnSpc>
                <a:spcPct val="100000"/>
              </a:lnSpc>
              <a:buNone/>
              <a:defRPr sz="1400">
                <a:solidFill>
                  <a:schemeClr val="tx1"/>
                </a:solidFill>
              </a:defRPr>
            </a:lvl4pPr>
            <a:lvl5pPr marL="1828800" indent="0">
              <a:lnSpc>
                <a:spcPct val="100000"/>
              </a:lnSpc>
              <a:buNone/>
              <a:defRPr sz="1400">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11" name="Rectángulo 10">
            <a:extLst>
              <a:ext uri="{FF2B5EF4-FFF2-40B4-BE49-F238E27FC236}">
                <a16:creationId xmlns:a16="http://schemas.microsoft.com/office/drawing/2014/main" id="{BBDFF49B-82AF-F744-9E06-506CD7FD18DE}"/>
              </a:ext>
            </a:extLst>
          </p:cNvPr>
          <p:cNvSpPr/>
          <p:nvPr userDrawn="1"/>
        </p:nvSpPr>
        <p:spPr>
          <a:xfrm>
            <a:off x="4740438" y="1069698"/>
            <a:ext cx="7554726" cy="858763"/>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4991500" y="1321729"/>
            <a:ext cx="6684684" cy="464868"/>
          </a:xfrm>
          <a:prstGeom prst="rect">
            <a:avLst/>
          </a:prstGeom>
        </p:spPr>
        <p:txBody>
          <a:bodyPr/>
          <a:lstStyle>
            <a:lvl1pPr>
              <a:defRPr sz="2400">
                <a:solidFill>
                  <a:schemeClr val="bg1"/>
                </a:solidFill>
              </a:defRPr>
            </a:lvl1pPr>
          </a:lstStyle>
          <a:p>
            <a:r>
              <a:rPr lang="es-ES" dirty="0"/>
              <a:t>Título de la diapositiva</a:t>
            </a:r>
            <a:endParaRPr lang="es-CO" dirty="0"/>
          </a:p>
        </p:txBody>
      </p:sp>
      <p:pic>
        <p:nvPicPr>
          <p:cNvPr id="12" name="Gráfico 11">
            <a:extLst>
              <a:ext uri="{FF2B5EF4-FFF2-40B4-BE49-F238E27FC236}">
                <a16:creationId xmlns:a16="http://schemas.microsoft.com/office/drawing/2014/main" id="{D9C0086D-53D7-484D-B608-4C6D657045F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2595" y="235458"/>
            <a:ext cx="1470672" cy="614242"/>
          </a:xfrm>
          <a:prstGeom prst="rect">
            <a:avLst/>
          </a:prstGeom>
        </p:spPr>
      </p:pic>
      <p:sp>
        <p:nvSpPr>
          <p:cNvPr id="10" name="Marcador de número de diapositiva 1">
            <a:extLst>
              <a:ext uri="{FF2B5EF4-FFF2-40B4-BE49-F238E27FC236}">
                <a16:creationId xmlns:a16="http://schemas.microsoft.com/office/drawing/2014/main" id="{C8613078-C496-484E-8F02-05540117A9FD}"/>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19265138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ranja azul grande y franja amarillo">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26D8F236-7022-E34C-B233-9027F6DDD739}"/>
              </a:ext>
            </a:extLst>
          </p:cNvPr>
          <p:cNvSpPr/>
          <p:nvPr userDrawn="1"/>
        </p:nvSpPr>
        <p:spPr>
          <a:xfrm>
            <a:off x="-42578" y="-42204"/>
            <a:ext cx="12337742" cy="2616590"/>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3" name="Marcador de fecha 2">
            <a:extLst>
              <a:ext uri="{FF2B5EF4-FFF2-40B4-BE49-F238E27FC236}">
                <a16:creationId xmlns:a16="http://schemas.microsoft.com/office/drawing/2014/main" id="{B8825C95-B00A-F94F-AA8B-132BD1D572AD}"/>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7CD977C5-3017-5F44-9832-D154137BFA22}"/>
              </a:ext>
            </a:extLst>
          </p:cNvPr>
          <p:cNvSpPr>
            <a:spLocks noGrp="1"/>
          </p:cNvSpPr>
          <p:nvPr>
            <p:ph type="ftr" sz="quarter" idx="11"/>
          </p:nvPr>
        </p:nvSpPr>
        <p:spPr/>
        <p:txBody>
          <a:bodyPr/>
          <a:lstStyle/>
          <a:p>
            <a:endParaRPr lang="es-CO"/>
          </a:p>
        </p:txBody>
      </p:sp>
      <p:pic>
        <p:nvPicPr>
          <p:cNvPr id="5" name="Gráfico 4">
            <a:extLst>
              <a:ext uri="{FF2B5EF4-FFF2-40B4-BE49-F238E27FC236}">
                <a16:creationId xmlns:a16="http://schemas.microsoft.com/office/drawing/2014/main" id="{13F5093F-1AA4-0442-BADB-36A697E09A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597" y="395158"/>
            <a:ext cx="1242270" cy="482911"/>
          </a:xfrm>
          <a:prstGeom prst="rect">
            <a:avLst/>
          </a:prstGeom>
        </p:spPr>
      </p:pic>
      <p:sp>
        <p:nvSpPr>
          <p:cNvPr id="9" name="Marcador de texto 8">
            <a:extLst>
              <a:ext uri="{FF2B5EF4-FFF2-40B4-BE49-F238E27FC236}">
                <a16:creationId xmlns:a16="http://schemas.microsoft.com/office/drawing/2014/main" id="{6607D22F-668C-4E4B-8423-5DA29CE9719E}"/>
              </a:ext>
            </a:extLst>
          </p:cNvPr>
          <p:cNvSpPr>
            <a:spLocks noGrp="1"/>
          </p:cNvSpPr>
          <p:nvPr>
            <p:ph type="body" sz="quarter" idx="12"/>
          </p:nvPr>
        </p:nvSpPr>
        <p:spPr>
          <a:xfrm>
            <a:off x="304801" y="3254928"/>
            <a:ext cx="11371383" cy="2948924"/>
          </a:xfrm>
          <a:prstGeom prst="rect">
            <a:avLst/>
          </a:prstGeom>
        </p:spPr>
        <p:txBody>
          <a:bodyPr/>
          <a:lstStyle>
            <a:lvl1pPr marL="0" indent="0">
              <a:lnSpc>
                <a:spcPct val="100000"/>
              </a:lnSpc>
              <a:buNone/>
              <a:defRPr sz="2000">
                <a:solidFill>
                  <a:schemeClr val="tx1"/>
                </a:solidFill>
              </a:defRPr>
            </a:lvl1pPr>
            <a:lvl2pPr marL="457200" indent="0">
              <a:lnSpc>
                <a:spcPct val="100000"/>
              </a:lnSpc>
              <a:buNone/>
              <a:defRPr sz="1800">
                <a:solidFill>
                  <a:schemeClr val="tx1"/>
                </a:solidFill>
              </a:defRPr>
            </a:lvl2pPr>
            <a:lvl3pPr marL="914400" indent="0">
              <a:lnSpc>
                <a:spcPct val="100000"/>
              </a:lnSpc>
              <a:buNone/>
              <a:defRPr sz="1600">
                <a:solidFill>
                  <a:schemeClr val="tx1"/>
                </a:solidFill>
              </a:defRPr>
            </a:lvl3pPr>
            <a:lvl4pPr marL="1371600" indent="0">
              <a:lnSpc>
                <a:spcPct val="100000"/>
              </a:lnSpc>
              <a:buNone/>
              <a:defRPr sz="1400">
                <a:solidFill>
                  <a:schemeClr val="tx1"/>
                </a:solidFill>
              </a:defRPr>
            </a:lvl4pPr>
            <a:lvl5pPr marL="1828800" indent="0">
              <a:lnSpc>
                <a:spcPct val="100000"/>
              </a:lnSpc>
              <a:buNone/>
              <a:defRPr sz="1400">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11" name="Rectángulo 10">
            <a:extLst>
              <a:ext uri="{FF2B5EF4-FFF2-40B4-BE49-F238E27FC236}">
                <a16:creationId xmlns:a16="http://schemas.microsoft.com/office/drawing/2014/main" id="{BBDFF49B-82AF-F744-9E06-506CD7FD18DE}"/>
              </a:ext>
            </a:extLst>
          </p:cNvPr>
          <p:cNvSpPr/>
          <p:nvPr userDrawn="1"/>
        </p:nvSpPr>
        <p:spPr>
          <a:xfrm>
            <a:off x="-42578" y="2118962"/>
            <a:ext cx="7554726" cy="89033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304800" y="1373928"/>
            <a:ext cx="11371383" cy="464868"/>
          </a:xfrm>
          <a:prstGeom prst="rect">
            <a:avLst/>
          </a:prstGeom>
        </p:spPr>
        <p:txBody>
          <a:bodyPr/>
          <a:lstStyle>
            <a:lvl1pPr>
              <a:defRPr sz="2400">
                <a:solidFill>
                  <a:schemeClr val="bg1"/>
                </a:solidFill>
              </a:defRPr>
            </a:lvl1pPr>
          </a:lstStyle>
          <a:p>
            <a:r>
              <a:rPr lang="es-ES" dirty="0"/>
              <a:t>Título de la diapositiva</a:t>
            </a:r>
            <a:endParaRPr lang="es-CO" dirty="0"/>
          </a:p>
        </p:txBody>
      </p:sp>
      <p:sp>
        <p:nvSpPr>
          <p:cNvPr id="6" name="Marcador de texto 5">
            <a:extLst>
              <a:ext uri="{FF2B5EF4-FFF2-40B4-BE49-F238E27FC236}">
                <a16:creationId xmlns:a16="http://schemas.microsoft.com/office/drawing/2014/main" id="{A8A591D6-DB73-A847-97ED-53541A9DD708}"/>
              </a:ext>
            </a:extLst>
          </p:cNvPr>
          <p:cNvSpPr>
            <a:spLocks noGrp="1"/>
          </p:cNvSpPr>
          <p:nvPr>
            <p:ph type="body" sz="quarter" idx="13" hasCustomPrompt="1"/>
          </p:nvPr>
        </p:nvSpPr>
        <p:spPr>
          <a:xfrm>
            <a:off x="262596" y="2372797"/>
            <a:ext cx="6954129" cy="531628"/>
          </a:xfrm>
          <a:prstGeom prst="rect">
            <a:avLst/>
          </a:prstGeom>
        </p:spPr>
        <p:txBody>
          <a:bodyPr/>
          <a:lstStyle>
            <a:lvl1pPr marL="0" indent="0">
              <a:buNone/>
              <a:defRPr sz="1800" b="0">
                <a:solidFill>
                  <a:schemeClr val="tx1"/>
                </a:solidFill>
              </a:defRPr>
            </a:lvl1pPr>
            <a:lvl2pPr marL="457200" indent="0">
              <a:buNone/>
              <a:defRPr sz="2000" b="0">
                <a:solidFill>
                  <a:schemeClr val="accent3"/>
                </a:solidFill>
              </a:defRPr>
            </a:lvl2pPr>
            <a:lvl3pPr marL="914400" indent="0">
              <a:buNone/>
              <a:defRPr sz="1800" b="0">
                <a:solidFill>
                  <a:schemeClr val="accent3"/>
                </a:solidFill>
              </a:defRPr>
            </a:lvl3pPr>
            <a:lvl4pPr marL="1371600" indent="0">
              <a:buNone/>
              <a:defRPr sz="1600" b="0">
                <a:solidFill>
                  <a:schemeClr val="accent3"/>
                </a:solidFill>
              </a:defRPr>
            </a:lvl4pPr>
            <a:lvl5pPr marL="1828800" indent="0">
              <a:buNone/>
              <a:defRPr sz="1600" b="0">
                <a:solidFill>
                  <a:schemeClr val="accent3"/>
                </a:solidFill>
              </a:defRPr>
            </a:lvl5pPr>
          </a:lstStyle>
          <a:p>
            <a:pPr lvl="0"/>
            <a:r>
              <a:rPr lang="es-ES" dirty="0"/>
              <a:t>Subtítulo de la diapositiva</a:t>
            </a:r>
            <a:endParaRPr lang="es-CO" dirty="0"/>
          </a:p>
        </p:txBody>
      </p:sp>
      <p:pic>
        <p:nvPicPr>
          <p:cNvPr id="12" name="Gráfico 11">
            <a:extLst>
              <a:ext uri="{FF2B5EF4-FFF2-40B4-BE49-F238E27FC236}">
                <a16:creationId xmlns:a16="http://schemas.microsoft.com/office/drawing/2014/main" id="{5C9FA3AC-94C2-8742-94CF-B6A5D9C3EB6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2595" y="235458"/>
            <a:ext cx="1470672" cy="614242"/>
          </a:xfrm>
          <a:prstGeom prst="rect">
            <a:avLst/>
          </a:prstGeom>
        </p:spPr>
      </p:pic>
      <p:pic>
        <p:nvPicPr>
          <p:cNvPr id="13" name="Gráfico 12">
            <a:extLst>
              <a:ext uri="{FF2B5EF4-FFF2-40B4-BE49-F238E27FC236}">
                <a16:creationId xmlns:a16="http://schemas.microsoft.com/office/drawing/2014/main" id="{A204A457-BEB7-3446-B76E-682A32171096}"/>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164550" y="300013"/>
            <a:ext cx="761678" cy="673200"/>
          </a:xfrm>
          <a:prstGeom prst="rect">
            <a:avLst/>
          </a:prstGeom>
        </p:spPr>
      </p:pic>
      <p:sp>
        <p:nvSpPr>
          <p:cNvPr id="14" name="Marcador de número de diapositiva 1">
            <a:extLst>
              <a:ext uri="{FF2B5EF4-FFF2-40B4-BE49-F238E27FC236}">
                <a16:creationId xmlns:a16="http://schemas.microsoft.com/office/drawing/2014/main" id="{D779B9CC-AA0F-4E0C-A870-BFAF5BE9FD12}"/>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40069883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to a la izquierda">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E6EC8414-F800-AF4F-A347-22E1543303AD}"/>
              </a:ext>
            </a:extLst>
          </p:cNvPr>
          <p:cNvSpPr/>
          <p:nvPr userDrawn="1"/>
        </p:nvSpPr>
        <p:spPr>
          <a:xfrm>
            <a:off x="-197323" y="-123191"/>
            <a:ext cx="6064723" cy="7101205"/>
          </a:xfrm>
          <a:prstGeom prst="rect">
            <a:avLst/>
          </a:prstGeom>
          <a:solidFill>
            <a:schemeClr val="accent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5" name="Marcador de posición de imagen 4">
            <a:extLst>
              <a:ext uri="{FF2B5EF4-FFF2-40B4-BE49-F238E27FC236}">
                <a16:creationId xmlns:a16="http://schemas.microsoft.com/office/drawing/2014/main" id="{23B6DA7C-AD8E-6C4B-850C-194909CD1351}"/>
              </a:ext>
            </a:extLst>
          </p:cNvPr>
          <p:cNvSpPr>
            <a:spLocks noGrp="1"/>
          </p:cNvSpPr>
          <p:nvPr>
            <p:ph type="pic" sz="quarter" idx="15"/>
          </p:nvPr>
        </p:nvSpPr>
        <p:spPr>
          <a:xfrm>
            <a:off x="-196850" y="-136525"/>
            <a:ext cx="6064250" cy="7127875"/>
          </a:xfrm>
          <a:prstGeom prst="rect">
            <a:avLst/>
          </a:prstGeom>
        </p:spPr>
        <p:txBody>
          <a:bodyPr anchor="ctr"/>
          <a:lstStyle>
            <a:lvl1pPr marL="0" indent="0" algn="ctr">
              <a:buNone/>
              <a:defRPr/>
            </a:lvl1pPr>
          </a:lstStyle>
          <a:p>
            <a:endParaRPr lang="es-CO"/>
          </a:p>
        </p:txBody>
      </p:sp>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6238193" y="1349865"/>
            <a:ext cx="5575494" cy="647748"/>
          </a:xfrm>
          <a:prstGeom prst="rect">
            <a:avLst/>
          </a:prstGeom>
        </p:spPr>
        <p:txBody>
          <a:bodyPr/>
          <a:lstStyle>
            <a:lvl1pPr>
              <a:defRPr sz="2400"/>
            </a:lvl1pPr>
          </a:lstStyle>
          <a:p>
            <a:r>
              <a:rPr lang="es-ES" dirty="0"/>
              <a:t>Título de la diapositiva</a:t>
            </a:r>
            <a:endParaRPr lang="es-CO" dirty="0"/>
          </a:p>
        </p:txBody>
      </p:sp>
      <p:sp>
        <p:nvSpPr>
          <p:cNvPr id="9" name="Marcador de texto 8">
            <a:extLst>
              <a:ext uri="{FF2B5EF4-FFF2-40B4-BE49-F238E27FC236}">
                <a16:creationId xmlns:a16="http://schemas.microsoft.com/office/drawing/2014/main" id="{6607D22F-668C-4E4B-8423-5DA29CE9719E}"/>
              </a:ext>
            </a:extLst>
          </p:cNvPr>
          <p:cNvSpPr>
            <a:spLocks noGrp="1"/>
          </p:cNvSpPr>
          <p:nvPr>
            <p:ph type="body" sz="quarter" idx="12"/>
          </p:nvPr>
        </p:nvSpPr>
        <p:spPr>
          <a:xfrm>
            <a:off x="6238193" y="2208628"/>
            <a:ext cx="5575494" cy="3685735"/>
          </a:xfrm>
          <a:prstGeom prst="rect">
            <a:avLst/>
          </a:prstGeom>
        </p:spPr>
        <p:txBody>
          <a:bodyPr/>
          <a:lstStyle>
            <a:lvl1pPr marL="0" indent="0">
              <a:lnSpc>
                <a:spcPct val="100000"/>
              </a:lnSpc>
              <a:buNone/>
              <a:defRPr sz="2000">
                <a:solidFill>
                  <a:schemeClr val="tx1"/>
                </a:solidFill>
              </a:defRPr>
            </a:lvl1pPr>
            <a:lvl2pPr marL="457200" indent="0">
              <a:lnSpc>
                <a:spcPct val="100000"/>
              </a:lnSpc>
              <a:buNone/>
              <a:defRPr sz="1800">
                <a:solidFill>
                  <a:schemeClr val="tx1"/>
                </a:solidFill>
              </a:defRPr>
            </a:lvl2pPr>
            <a:lvl3pPr marL="914400" indent="0">
              <a:lnSpc>
                <a:spcPct val="100000"/>
              </a:lnSpc>
              <a:buNone/>
              <a:defRPr sz="1600">
                <a:solidFill>
                  <a:schemeClr val="tx1"/>
                </a:solidFill>
              </a:defRPr>
            </a:lvl3pPr>
            <a:lvl4pPr marL="1371600" indent="0">
              <a:lnSpc>
                <a:spcPct val="100000"/>
              </a:lnSpc>
              <a:buNone/>
              <a:defRPr sz="1400">
                <a:solidFill>
                  <a:schemeClr val="tx1"/>
                </a:solidFill>
              </a:defRPr>
            </a:lvl4pPr>
            <a:lvl5pPr marL="1828800" indent="0">
              <a:lnSpc>
                <a:spcPct val="100000"/>
              </a:lnSpc>
              <a:buNone/>
              <a:defRPr sz="1400">
                <a:solidFill>
                  <a:schemeClr val="tx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8" name="Rectángulo 7">
            <a:extLst>
              <a:ext uri="{FF2B5EF4-FFF2-40B4-BE49-F238E27FC236}">
                <a16:creationId xmlns:a16="http://schemas.microsoft.com/office/drawing/2014/main" id="{6C9DB59F-DDAE-F244-8F2E-EA78D937F6E3}"/>
              </a:ext>
            </a:extLst>
          </p:cNvPr>
          <p:cNvSpPr/>
          <p:nvPr userDrawn="1"/>
        </p:nvSpPr>
        <p:spPr>
          <a:xfrm>
            <a:off x="-197323" y="6132880"/>
            <a:ext cx="7554726" cy="858763"/>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2" name="Marcador de fecha 1">
            <a:extLst>
              <a:ext uri="{FF2B5EF4-FFF2-40B4-BE49-F238E27FC236}">
                <a16:creationId xmlns:a16="http://schemas.microsoft.com/office/drawing/2014/main" id="{BE5C9ED6-4044-FC4A-9B9B-3EA7CA37D2F9}"/>
              </a:ext>
            </a:extLst>
          </p:cNvPr>
          <p:cNvSpPr>
            <a:spLocks noGrp="1"/>
          </p:cNvSpPr>
          <p:nvPr>
            <p:ph type="dt" sz="half" idx="13"/>
          </p:nvPr>
        </p:nvSpPr>
        <p:spPr/>
        <p:txBody>
          <a:bodyPr/>
          <a:lstStyle>
            <a:lvl1pPr>
              <a:defRPr>
                <a:solidFill>
                  <a:schemeClr val="bg1"/>
                </a:solidFill>
              </a:defRPr>
            </a:lvl1pPr>
          </a:lstStyle>
          <a:p>
            <a:endParaRPr lang="es-CO"/>
          </a:p>
        </p:txBody>
      </p:sp>
      <p:sp>
        <p:nvSpPr>
          <p:cNvPr id="3" name="Marcador de pie de página 2">
            <a:extLst>
              <a:ext uri="{FF2B5EF4-FFF2-40B4-BE49-F238E27FC236}">
                <a16:creationId xmlns:a16="http://schemas.microsoft.com/office/drawing/2014/main" id="{2911CA5A-788D-284E-BC3F-042132CB506A}"/>
              </a:ext>
            </a:extLst>
          </p:cNvPr>
          <p:cNvSpPr>
            <a:spLocks noGrp="1"/>
          </p:cNvSpPr>
          <p:nvPr>
            <p:ph type="ftr" sz="quarter" idx="14"/>
          </p:nvPr>
        </p:nvSpPr>
        <p:spPr/>
        <p:txBody>
          <a:bodyPr/>
          <a:lstStyle>
            <a:lvl1pPr>
              <a:defRPr>
                <a:solidFill>
                  <a:schemeClr val="bg1"/>
                </a:solidFill>
              </a:defRPr>
            </a:lvl1pPr>
          </a:lstStyle>
          <a:p>
            <a:endParaRPr lang="es-CO" dirty="0"/>
          </a:p>
        </p:txBody>
      </p:sp>
      <p:sp>
        <p:nvSpPr>
          <p:cNvPr id="10" name="Marcador de número de diapositiva 1">
            <a:extLst>
              <a:ext uri="{FF2B5EF4-FFF2-40B4-BE49-F238E27FC236}">
                <a16:creationId xmlns:a16="http://schemas.microsoft.com/office/drawing/2014/main" id="{76EBC174-C330-4CB1-96F6-550E9ACD9606}"/>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12925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oto completa">
    <p:bg>
      <p:bgPr>
        <a:solidFill>
          <a:schemeClr val="bg1"/>
        </a:solidFill>
        <a:effectLst/>
      </p:bgPr>
    </p:bg>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1EF0C35-D091-8F46-A5B2-0DBB9CAF1CB0}"/>
              </a:ext>
            </a:extLst>
          </p:cNvPr>
          <p:cNvSpPr/>
          <p:nvPr userDrawn="1"/>
        </p:nvSpPr>
        <p:spPr>
          <a:xfrm>
            <a:off x="0" y="-125413"/>
            <a:ext cx="12317413" cy="7153276"/>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3" name="Marcador de posición de imagen 2">
            <a:extLst>
              <a:ext uri="{FF2B5EF4-FFF2-40B4-BE49-F238E27FC236}">
                <a16:creationId xmlns:a16="http://schemas.microsoft.com/office/drawing/2014/main" id="{1314266C-1F5D-8047-876A-BE7F5703011A}"/>
              </a:ext>
            </a:extLst>
          </p:cNvPr>
          <p:cNvSpPr>
            <a:spLocks noGrp="1"/>
          </p:cNvSpPr>
          <p:nvPr>
            <p:ph type="pic" sz="quarter" idx="13"/>
          </p:nvPr>
        </p:nvSpPr>
        <p:spPr>
          <a:xfrm>
            <a:off x="1" y="-125413"/>
            <a:ext cx="12317412" cy="7153276"/>
          </a:xfrm>
          <a:prstGeom prst="rect">
            <a:avLst/>
          </a:prstGeom>
        </p:spPr>
        <p:txBody>
          <a:bodyPr anchor="t"/>
          <a:lstStyle>
            <a:lvl1pPr marL="0" indent="0" algn="ctr">
              <a:buNone/>
              <a:defRPr/>
            </a:lvl1pPr>
          </a:lstStyle>
          <a:p>
            <a:endParaRPr lang="es-CO"/>
          </a:p>
        </p:txBody>
      </p:sp>
      <p:sp>
        <p:nvSpPr>
          <p:cNvPr id="11" name="Rectángulo 10">
            <a:extLst>
              <a:ext uri="{FF2B5EF4-FFF2-40B4-BE49-F238E27FC236}">
                <a16:creationId xmlns:a16="http://schemas.microsoft.com/office/drawing/2014/main" id="{B55A9208-3D23-8B49-948B-92C9633C8794}"/>
              </a:ext>
            </a:extLst>
          </p:cNvPr>
          <p:cNvSpPr/>
          <p:nvPr userDrawn="1"/>
        </p:nvSpPr>
        <p:spPr>
          <a:xfrm>
            <a:off x="938621" y="2236765"/>
            <a:ext cx="5877176" cy="431878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12" name="Rectángulo 11">
            <a:extLst>
              <a:ext uri="{FF2B5EF4-FFF2-40B4-BE49-F238E27FC236}">
                <a16:creationId xmlns:a16="http://schemas.microsoft.com/office/drawing/2014/main" id="{0B6D6405-D4D2-FD4D-A4D2-32B47995A1F3}"/>
              </a:ext>
            </a:extLst>
          </p:cNvPr>
          <p:cNvSpPr/>
          <p:nvPr userDrawn="1"/>
        </p:nvSpPr>
        <p:spPr>
          <a:xfrm>
            <a:off x="938621" y="1006291"/>
            <a:ext cx="5877176" cy="1272676"/>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1398907" y="1349865"/>
            <a:ext cx="5058164" cy="647748"/>
          </a:xfrm>
          <a:prstGeom prst="rect">
            <a:avLst/>
          </a:prstGeom>
        </p:spPr>
        <p:txBody>
          <a:bodyPr/>
          <a:lstStyle>
            <a:lvl1pPr>
              <a:defRPr sz="2400">
                <a:solidFill>
                  <a:schemeClr val="bg1"/>
                </a:solidFill>
              </a:defRPr>
            </a:lvl1pPr>
          </a:lstStyle>
          <a:p>
            <a:r>
              <a:rPr lang="es-ES" dirty="0"/>
              <a:t>Título de la diapositiva</a:t>
            </a:r>
            <a:endParaRPr lang="es-CO" dirty="0"/>
          </a:p>
        </p:txBody>
      </p:sp>
      <p:sp>
        <p:nvSpPr>
          <p:cNvPr id="9" name="Marcador de texto 8">
            <a:extLst>
              <a:ext uri="{FF2B5EF4-FFF2-40B4-BE49-F238E27FC236}">
                <a16:creationId xmlns:a16="http://schemas.microsoft.com/office/drawing/2014/main" id="{6607D22F-668C-4E4B-8423-5DA29CE9719E}"/>
              </a:ext>
            </a:extLst>
          </p:cNvPr>
          <p:cNvSpPr>
            <a:spLocks noGrp="1"/>
          </p:cNvSpPr>
          <p:nvPr>
            <p:ph type="body" sz="quarter" idx="12"/>
          </p:nvPr>
        </p:nvSpPr>
        <p:spPr>
          <a:xfrm>
            <a:off x="1398907" y="2518118"/>
            <a:ext cx="5058164" cy="3685735"/>
          </a:xfrm>
          <a:prstGeom prst="rect">
            <a:avLst/>
          </a:prstGeom>
        </p:spPr>
        <p:txBody>
          <a:bodyPr/>
          <a:lstStyle>
            <a:lvl1pPr marL="0" indent="0">
              <a:lnSpc>
                <a:spcPct val="100000"/>
              </a:lnSpc>
              <a:buNone/>
              <a:defRPr sz="2000">
                <a:solidFill>
                  <a:srgbClr val="5454E9"/>
                </a:solidFill>
              </a:defRPr>
            </a:lvl1pPr>
            <a:lvl2pPr marL="457200" indent="0">
              <a:lnSpc>
                <a:spcPct val="100000"/>
              </a:lnSpc>
              <a:buNone/>
              <a:defRPr sz="1800">
                <a:solidFill>
                  <a:srgbClr val="5454E9"/>
                </a:solidFill>
              </a:defRPr>
            </a:lvl2pPr>
            <a:lvl3pPr marL="914400" indent="0">
              <a:lnSpc>
                <a:spcPct val="100000"/>
              </a:lnSpc>
              <a:buNone/>
              <a:defRPr sz="1600">
                <a:solidFill>
                  <a:srgbClr val="5454E9"/>
                </a:solidFill>
              </a:defRPr>
            </a:lvl3pPr>
            <a:lvl4pPr marL="1371600" indent="0">
              <a:lnSpc>
                <a:spcPct val="100000"/>
              </a:lnSpc>
              <a:buNone/>
              <a:defRPr sz="1400">
                <a:solidFill>
                  <a:srgbClr val="5454E9"/>
                </a:solidFill>
              </a:defRPr>
            </a:lvl4pPr>
            <a:lvl5pPr marL="1828800" indent="0">
              <a:lnSpc>
                <a:spcPct val="100000"/>
              </a:lnSpc>
              <a:buNone/>
              <a:defRPr sz="1400">
                <a:solidFill>
                  <a:srgbClr val="5454E9"/>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8" name="Marcador de número de diapositiva 1">
            <a:extLst>
              <a:ext uri="{FF2B5EF4-FFF2-40B4-BE49-F238E27FC236}">
                <a16:creationId xmlns:a16="http://schemas.microsoft.com/office/drawing/2014/main" id="{955DF0E3-CAA0-4B5A-9B50-0467D8BF8283}"/>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39351846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ranja completa y foto">
    <p:bg>
      <p:bgPr>
        <a:solidFill>
          <a:srgbClr val="5454E9"/>
        </a:solidFill>
        <a:effectLst/>
      </p:bgPr>
    </p:bg>
    <p:spTree>
      <p:nvGrpSpPr>
        <p:cNvPr id="1" name=""/>
        <p:cNvGrpSpPr/>
        <p:nvPr/>
      </p:nvGrpSpPr>
      <p:grpSpPr>
        <a:xfrm>
          <a:off x="0" y="0"/>
          <a:ext cx="0" cy="0"/>
          <a:chOff x="0" y="0"/>
          <a:chExt cx="0" cy="0"/>
        </a:xfrm>
      </p:grpSpPr>
      <p:sp>
        <p:nvSpPr>
          <p:cNvPr id="3" name="Marcador de posición de imagen 2">
            <a:extLst>
              <a:ext uri="{FF2B5EF4-FFF2-40B4-BE49-F238E27FC236}">
                <a16:creationId xmlns:a16="http://schemas.microsoft.com/office/drawing/2014/main" id="{841AB5CD-89A4-6C45-8CEB-FE1FC071C142}"/>
              </a:ext>
            </a:extLst>
          </p:cNvPr>
          <p:cNvSpPr>
            <a:spLocks noGrp="1"/>
          </p:cNvSpPr>
          <p:nvPr>
            <p:ph type="pic" sz="quarter" idx="15"/>
          </p:nvPr>
        </p:nvSpPr>
        <p:spPr>
          <a:xfrm>
            <a:off x="6094413" y="-161925"/>
            <a:ext cx="6240462" cy="7153275"/>
          </a:xfrm>
          <a:prstGeom prst="rect">
            <a:avLst/>
          </a:prstGeom>
        </p:spPr>
        <p:txBody>
          <a:bodyPr anchor="ctr"/>
          <a:lstStyle>
            <a:lvl1pPr marL="0" indent="0" algn="ctr">
              <a:buNone/>
              <a:defRPr/>
            </a:lvl1pPr>
          </a:lstStyle>
          <a:p>
            <a:endParaRPr lang="es-CO"/>
          </a:p>
        </p:txBody>
      </p:sp>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304802" y="1349865"/>
            <a:ext cx="5575494" cy="647748"/>
          </a:xfrm>
          <a:prstGeom prst="rect">
            <a:avLst/>
          </a:prstGeom>
        </p:spPr>
        <p:txBody>
          <a:bodyPr/>
          <a:lstStyle>
            <a:lvl1pPr>
              <a:defRPr sz="2400">
                <a:solidFill>
                  <a:schemeClr val="bg1"/>
                </a:solidFill>
              </a:defRPr>
            </a:lvl1pPr>
          </a:lstStyle>
          <a:p>
            <a:r>
              <a:rPr lang="es-ES" dirty="0"/>
              <a:t>Título de la diapositiva</a:t>
            </a:r>
            <a:endParaRPr lang="es-CO" dirty="0"/>
          </a:p>
        </p:txBody>
      </p:sp>
      <p:sp>
        <p:nvSpPr>
          <p:cNvPr id="9" name="Marcador de texto 8">
            <a:extLst>
              <a:ext uri="{FF2B5EF4-FFF2-40B4-BE49-F238E27FC236}">
                <a16:creationId xmlns:a16="http://schemas.microsoft.com/office/drawing/2014/main" id="{6607D22F-668C-4E4B-8423-5DA29CE9719E}"/>
              </a:ext>
            </a:extLst>
          </p:cNvPr>
          <p:cNvSpPr>
            <a:spLocks noGrp="1"/>
          </p:cNvSpPr>
          <p:nvPr>
            <p:ph type="body" sz="quarter" idx="12"/>
          </p:nvPr>
        </p:nvSpPr>
        <p:spPr>
          <a:xfrm>
            <a:off x="304802" y="2208628"/>
            <a:ext cx="5575494" cy="3685735"/>
          </a:xfrm>
          <a:prstGeom prst="rect">
            <a:avLst/>
          </a:prstGeom>
        </p:spPr>
        <p:txBody>
          <a:bodyPr/>
          <a:lstStyle>
            <a:lvl1pPr marL="0" indent="0">
              <a:lnSpc>
                <a:spcPct val="100000"/>
              </a:lnSpc>
              <a:buNone/>
              <a:defRPr sz="2000">
                <a:solidFill>
                  <a:schemeClr val="bg1"/>
                </a:solidFill>
              </a:defRPr>
            </a:lvl1pPr>
            <a:lvl2pPr marL="457200" indent="0">
              <a:lnSpc>
                <a:spcPct val="100000"/>
              </a:lnSpc>
              <a:buNone/>
              <a:defRPr sz="1800">
                <a:solidFill>
                  <a:schemeClr val="bg1"/>
                </a:solidFill>
              </a:defRPr>
            </a:lvl2pPr>
            <a:lvl3pPr marL="914400" indent="0">
              <a:lnSpc>
                <a:spcPct val="100000"/>
              </a:lnSpc>
              <a:buNone/>
              <a:defRPr sz="1600">
                <a:solidFill>
                  <a:schemeClr val="bg1"/>
                </a:solidFill>
              </a:defRPr>
            </a:lvl3pPr>
            <a:lvl4pPr marL="1371600" indent="0">
              <a:lnSpc>
                <a:spcPct val="100000"/>
              </a:lnSpc>
              <a:buNone/>
              <a:defRPr sz="1400">
                <a:solidFill>
                  <a:schemeClr val="bg1"/>
                </a:solidFill>
              </a:defRPr>
            </a:lvl4pPr>
            <a:lvl5pPr marL="1828800" indent="0">
              <a:lnSpc>
                <a:spcPct val="100000"/>
              </a:lnSpc>
              <a:buNone/>
              <a:defRPr sz="1400">
                <a:solidFill>
                  <a:schemeClr val="bg1"/>
                </a:solidFill>
              </a:defRPr>
            </a:lvl5pPr>
          </a:lstStyle>
          <a:p>
            <a:pPr lvl="0"/>
            <a:r>
              <a:rPr lang="es-ES" dirty="0"/>
              <a:t>Haga clic para modificar los estilos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11" name="Rectángulo 10">
            <a:extLst>
              <a:ext uri="{FF2B5EF4-FFF2-40B4-BE49-F238E27FC236}">
                <a16:creationId xmlns:a16="http://schemas.microsoft.com/office/drawing/2014/main" id="{8B230DFD-DC56-C642-92F6-085A30812C34}"/>
              </a:ext>
            </a:extLst>
          </p:cNvPr>
          <p:cNvSpPr/>
          <p:nvPr userDrawn="1"/>
        </p:nvSpPr>
        <p:spPr>
          <a:xfrm>
            <a:off x="5501830" y="6132880"/>
            <a:ext cx="6962145" cy="8587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4" name="Marcador de fecha 3">
            <a:extLst>
              <a:ext uri="{FF2B5EF4-FFF2-40B4-BE49-F238E27FC236}">
                <a16:creationId xmlns:a16="http://schemas.microsoft.com/office/drawing/2014/main" id="{64F21563-73B4-4549-8911-B0D06CF34F4D}"/>
              </a:ext>
            </a:extLst>
          </p:cNvPr>
          <p:cNvSpPr>
            <a:spLocks noGrp="1"/>
          </p:cNvSpPr>
          <p:nvPr>
            <p:ph type="dt" sz="half" idx="13"/>
          </p:nvPr>
        </p:nvSpPr>
        <p:spPr>
          <a:xfrm>
            <a:off x="5880296" y="6399612"/>
            <a:ext cx="1428466" cy="251105"/>
          </a:xfrm>
        </p:spPr>
        <p:txBody>
          <a:bodyPr/>
          <a:lstStyle/>
          <a:p>
            <a:endParaRPr lang="es-CO"/>
          </a:p>
        </p:txBody>
      </p:sp>
      <p:sp>
        <p:nvSpPr>
          <p:cNvPr id="12" name="Marcador de pie de página 11">
            <a:extLst>
              <a:ext uri="{FF2B5EF4-FFF2-40B4-BE49-F238E27FC236}">
                <a16:creationId xmlns:a16="http://schemas.microsoft.com/office/drawing/2014/main" id="{769D2ECD-4E9B-8545-AF6B-FC8377A57A67}"/>
              </a:ext>
            </a:extLst>
          </p:cNvPr>
          <p:cNvSpPr>
            <a:spLocks noGrp="1"/>
          </p:cNvSpPr>
          <p:nvPr>
            <p:ph type="ftr" sz="quarter" idx="14"/>
          </p:nvPr>
        </p:nvSpPr>
        <p:spPr>
          <a:xfrm>
            <a:off x="7592717" y="6399612"/>
            <a:ext cx="4182961" cy="251105"/>
          </a:xfrm>
        </p:spPr>
        <p:txBody>
          <a:bodyPr/>
          <a:lstStyle/>
          <a:p>
            <a:endParaRPr lang="es-CO" dirty="0"/>
          </a:p>
        </p:txBody>
      </p:sp>
      <p:pic>
        <p:nvPicPr>
          <p:cNvPr id="13" name="Gráfico 12">
            <a:extLst>
              <a:ext uri="{FF2B5EF4-FFF2-40B4-BE49-F238E27FC236}">
                <a16:creationId xmlns:a16="http://schemas.microsoft.com/office/drawing/2014/main" id="{4678CDED-27A5-5943-9F6B-EA131C288FD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595" y="235458"/>
            <a:ext cx="1470672" cy="614242"/>
          </a:xfrm>
          <a:prstGeom prst="rect">
            <a:avLst/>
          </a:prstGeom>
        </p:spPr>
      </p:pic>
      <p:sp>
        <p:nvSpPr>
          <p:cNvPr id="10" name="Marcador de número de diapositiva 1">
            <a:extLst>
              <a:ext uri="{FF2B5EF4-FFF2-40B4-BE49-F238E27FC236}">
                <a16:creationId xmlns:a16="http://schemas.microsoft.com/office/drawing/2014/main" id="{C5A8A603-FE3E-435B-AC77-E395E8B1A881}"/>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28034472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ranja azul amplia">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26D8F236-7022-E34C-B233-9027F6DDD739}"/>
              </a:ext>
            </a:extLst>
          </p:cNvPr>
          <p:cNvSpPr/>
          <p:nvPr userDrawn="1"/>
        </p:nvSpPr>
        <p:spPr>
          <a:xfrm>
            <a:off x="-42578" y="-42204"/>
            <a:ext cx="12337742" cy="5578475"/>
          </a:xfrm>
          <a:prstGeom prst="rect">
            <a:avLst/>
          </a:prstGeom>
          <a:solidFill>
            <a:srgbClr val="5454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8853"/>
            <a:endParaRPr lang="es-CO"/>
          </a:p>
        </p:txBody>
      </p:sp>
      <p:sp>
        <p:nvSpPr>
          <p:cNvPr id="3" name="Marcador de fecha 2">
            <a:extLst>
              <a:ext uri="{FF2B5EF4-FFF2-40B4-BE49-F238E27FC236}">
                <a16:creationId xmlns:a16="http://schemas.microsoft.com/office/drawing/2014/main" id="{B8825C95-B00A-F94F-AA8B-132BD1D572AD}"/>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7CD977C5-3017-5F44-9832-D154137BFA22}"/>
              </a:ext>
            </a:extLst>
          </p:cNvPr>
          <p:cNvSpPr>
            <a:spLocks noGrp="1"/>
          </p:cNvSpPr>
          <p:nvPr>
            <p:ph type="ftr" sz="quarter" idx="11"/>
          </p:nvPr>
        </p:nvSpPr>
        <p:spPr/>
        <p:txBody>
          <a:bodyPr/>
          <a:lstStyle/>
          <a:p>
            <a:endParaRPr lang="es-CO"/>
          </a:p>
        </p:txBody>
      </p:sp>
      <p:pic>
        <p:nvPicPr>
          <p:cNvPr id="5" name="Gráfico 4">
            <a:extLst>
              <a:ext uri="{FF2B5EF4-FFF2-40B4-BE49-F238E27FC236}">
                <a16:creationId xmlns:a16="http://schemas.microsoft.com/office/drawing/2014/main" id="{13F5093F-1AA4-0442-BADB-36A697E09A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62597" y="395158"/>
            <a:ext cx="1242270" cy="482911"/>
          </a:xfrm>
          <a:prstGeom prst="rect">
            <a:avLst/>
          </a:prstGeom>
        </p:spPr>
      </p:pic>
      <p:sp>
        <p:nvSpPr>
          <p:cNvPr id="7" name="Título 6">
            <a:extLst>
              <a:ext uri="{FF2B5EF4-FFF2-40B4-BE49-F238E27FC236}">
                <a16:creationId xmlns:a16="http://schemas.microsoft.com/office/drawing/2014/main" id="{F4443051-1DFB-844E-B447-A5E2A8EC67A5}"/>
              </a:ext>
            </a:extLst>
          </p:cNvPr>
          <p:cNvSpPr>
            <a:spLocks noGrp="1"/>
          </p:cNvSpPr>
          <p:nvPr>
            <p:ph type="title" hasCustomPrompt="1"/>
          </p:nvPr>
        </p:nvSpPr>
        <p:spPr>
          <a:xfrm>
            <a:off x="304802" y="1321729"/>
            <a:ext cx="7052602" cy="578596"/>
          </a:xfrm>
          <a:prstGeom prst="rect">
            <a:avLst/>
          </a:prstGeom>
        </p:spPr>
        <p:txBody>
          <a:bodyPr/>
          <a:lstStyle>
            <a:lvl1pPr>
              <a:defRPr sz="2400">
                <a:solidFill>
                  <a:schemeClr val="bg1"/>
                </a:solidFill>
              </a:defRPr>
            </a:lvl1pPr>
          </a:lstStyle>
          <a:p>
            <a:r>
              <a:rPr lang="es-ES" dirty="0"/>
              <a:t>Título de la diapositiva</a:t>
            </a:r>
            <a:endParaRPr lang="es-CO" dirty="0"/>
          </a:p>
        </p:txBody>
      </p:sp>
      <p:pic>
        <p:nvPicPr>
          <p:cNvPr id="9" name="Gráfico 8">
            <a:extLst>
              <a:ext uri="{FF2B5EF4-FFF2-40B4-BE49-F238E27FC236}">
                <a16:creationId xmlns:a16="http://schemas.microsoft.com/office/drawing/2014/main" id="{4532BBA7-286A-444A-9D99-EF029176E4B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2595" y="235458"/>
            <a:ext cx="1470672" cy="614242"/>
          </a:xfrm>
          <a:prstGeom prst="rect">
            <a:avLst/>
          </a:prstGeom>
        </p:spPr>
      </p:pic>
      <p:pic>
        <p:nvPicPr>
          <p:cNvPr id="11" name="Gráfico 10">
            <a:extLst>
              <a:ext uri="{FF2B5EF4-FFF2-40B4-BE49-F238E27FC236}">
                <a16:creationId xmlns:a16="http://schemas.microsoft.com/office/drawing/2014/main" id="{0496A4D0-BC95-3C46-AE7A-CA355846B0C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164550" y="300013"/>
            <a:ext cx="761678" cy="673200"/>
          </a:xfrm>
          <a:prstGeom prst="rect">
            <a:avLst/>
          </a:prstGeom>
        </p:spPr>
      </p:pic>
      <p:sp>
        <p:nvSpPr>
          <p:cNvPr id="10" name="Marcador de número de diapositiva 1">
            <a:extLst>
              <a:ext uri="{FF2B5EF4-FFF2-40B4-BE49-F238E27FC236}">
                <a16:creationId xmlns:a16="http://schemas.microsoft.com/office/drawing/2014/main" id="{2BD5BF76-E66B-4329-B86A-DD8CEF8C7D5B}"/>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14729869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5" Type="http://schemas.openxmlformats.org/officeDocument/2006/relationships/slideLayout" Target="../slideLayouts/slideLayout11.xml"/><Relationship Id="rId4"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3.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Marcador de título 6">
            <a:extLst>
              <a:ext uri="{FF2B5EF4-FFF2-40B4-BE49-F238E27FC236}">
                <a16:creationId xmlns:a16="http://schemas.microsoft.com/office/drawing/2014/main" id="{3FF99415-B0C8-1241-95EA-F97AD3EB8D47}"/>
              </a:ext>
            </a:extLst>
          </p:cNvPr>
          <p:cNvSpPr>
            <a:spLocks noGrp="1"/>
          </p:cNvSpPr>
          <p:nvPr>
            <p:ph type="title"/>
          </p:nvPr>
        </p:nvSpPr>
        <p:spPr>
          <a:xfrm>
            <a:off x="838201" y="3675883"/>
            <a:ext cx="4700752"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CO" dirty="0"/>
          </a:p>
        </p:txBody>
      </p:sp>
    </p:spTree>
  </p:cSld>
  <p:clrMap bg1="lt1" tx1="dk1" bg2="lt2" tx2="dk2" accent1="accent1" accent2="accent2" accent3="accent3" accent4="accent4" accent5="accent5" accent6="accent6" hlink="hlink" folHlink="folHlink"/>
  <p:sldLayoutIdLst>
    <p:sldLayoutId id="2147494605" r:id="rId1"/>
    <p:sldLayoutId id="2147494685" r:id="rId2"/>
    <p:sldLayoutId id="2147494686" r:id="rId3"/>
    <p:sldLayoutId id="2147494687" r:id="rId4"/>
    <p:sldLayoutId id="2147494688" r:id="rId5"/>
    <p:sldLayoutId id="2147494689" r:id="rId6"/>
  </p:sldLayoutIdLst>
  <p:hf hdr="0" ftr="0" dt="0"/>
  <p:txStyles>
    <p:titleStyle>
      <a:lvl1pPr algn="l" defTabSz="608013" rtl="0" eaLnBrk="1" fontAlgn="base" hangingPunct="1">
        <a:spcBef>
          <a:spcPct val="0"/>
        </a:spcBef>
        <a:spcAft>
          <a:spcPct val="0"/>
        </a:spcAft>
        <a:defRPr sz="2400" b="0" kern="1200" baseline="0">
          <a:solidFill>
            <a:schemeClr val="tx1"/>
          </a:solidFill>
          <a:latin typeface="+mj-lt"/>
          <a:ea typeface="ＭＳ Ｐゴシック" charset="0"/>
          <a:cs typeface="ＭＳ Ｐゴシック" charset="0"/>
        </a:defRPr>
      </a:lvl1pPr>
      <a:lvl2pPr algn="l" defTabSz="608013" rtl="0" eaLnBrk="1" fontAlgn="base" hangingPunct="1">
        <a:spcBef>
          <a:spcPct val="0"/>
        </a:spcBef>
        <a:spcAft>
          <a:spcPct val="0"/>
        </a:spcAft>
        <a:defRPr sz="2400" b="1">
          <a:solidFill>
            <a:srgbClr val="0033A0"/>
          </a:solidFill>
          <a:latin typeface="Arial" charset="0"/>
          <a:ea typeface="ＭＳ Ｐゴシック" charset="0"/>
          <a:cs typeface="ＭＳ Ｐゴシック" charset="0"/>
        </a:defRPr>
      </a:lvl2pPr>
      <a:lvl3pPr algn="l" defTabSz="608013" rtl="0" eaLnBrk="1" fontAlgn="base" hangingPunct="1">
        <a:spcBef>
          <a:spcPct val="0"/>
        </a:spcBef>
        <a:spcAft>
          <a:spcPct val="0"/>
        </a:spcAft>
        <a:defRPr sz="2400" b="1">
          <a:solidFill>
            <a:srgbClr val="0033A0"/>
          </a:solidFill>
          <a:latin typeface="Arial" charset="0"/>
          <a:ea typeface="ＭＳ Ｐゴシック" charset="0"/>
          <a:cs typeface="ＭＳ Ｐゴシック" charset="0"/>
        </a:defRPr>
      </a:lvl3pPr>
      <a:lvl4pPr algn="l" defTabSz="608013" rtl="0" eaLnBrk="1" fontAlgn="base" hangingPunct="1">
        <a:spcBef>
          <a:spcPct val="0"/>
        </a:spcBef>
        <a:spcAft>
          <a:spcPct val="0"/>
        </a:spcAft>
        <a:defRPr sz="2400" b="1">
          <a:solidFill>
            <a:srgbClr val="0033A0"/>
          </a:solidFill>
          <a:latin typeface="Arial" charset="0"/>
          <a:ea typeface="ＭＳ Ｐゴシック" charset="0"/>
          <a:cs typeface="ＭＳ Ｐゴシック" charset="0"/>
        </a:defRPr>
      </a:lvl4pPr>
      <a:lvl5pPr algn="l" defTabSz="608013" rtl="0" eaLnBrk="1" fontAlgn="base" hangingPunct="1">
        <a:spcBef>
          <a:spcPct val="0"/>
        </a:spcBef>
        <a:spcAft>
          <a:spcPct val="0"/>
        </a:spcAft>
        <a:defRPr sz="2400" b="1">
          <a:solidFill>
            <a:srgbClr val="0033A0"/>
          </a:solidFill>
          <a:latin typeface="Arial" charset="0"/>
          <a:ea typeface="ＭＳ Ｐゴシック" charset="0"/>
          <a:cs typeface="ＭＳ Ｐゴシック" charset="0"/>
        </a:defRPr>
      </a:lvl5pPr>
      <a:lvl6pPr marL="608853" algn="l" defTabSz="608853" rtl="0" eaLnBrk="1" fontAlgn="base" hangingPunct="1">
        <a:spcBef>
          <a:spcPct val="0"/>
        </a:spcBef>
        <a:spcAft>
          <a:spcPct val="0"/>
        </a:spcAft>
        <a:defRPr sz="2700">
          <a:solidFill>
            <a:srgbClr val="0033A0"/>
          </a:solidFill>
          <a:latin typeface="Arial" charset="0"/>
          <a:ea typeface="ＭＳ Ｐゴシック" charset="0"/>
          <a:cs typeface="ＭＳ Ｐゴシック" charset="0"/>
        </a:defRPr>
      </a:lvl6pPr>
      <a:lvl7pPr marL="1217706" algn="l" defTabSz="608853" rtl="0" eaLnBrk="1" fontAlgn="base" hangingPunct="1">
        <a:spcBef>
          <a:spcPct val="0"/>
        </a:spcBef>
        <a:spcAft>
          <a:spcPct val="0"/>
        </a:spcAft>
        <a:defRPr sz="2700">
          <a:solidFill>
            <a:srgbClr val="0033A0"/>
          </a:solidFill>
          <a:latin typeface="Arial" charset="0"/>
          <a:ea typeface="ＭＳ Ｐゴシック" charset="0"/>
          <a:cs typeface="ＭＳ Ｐゴシック" charset="0"/>
        </a:defRPr>
      </a:lvl7pPr>
      <a:lvl8pPr marL="1826560" algn="l" defTabSz="608853" rtl="0" eaLnBrk="1" fontAlgn="base" hangingPunct="1">
        <a:spcBef>
          <a:spcPct val="0"/>
        </a:spcBef>
        <a:spcAft>
          <a:spcPct val="0"/>
        </a:spcAft>
        <a:defRPr sz="2700">
          <a:solidFill>
            <a:srgbClr val="0033A0"/>
          </a:solidFill>
          <a:latin typeface="Arial" charset="0"/>
          <a:ea typeface="ＭＳ Ｐゴシック" charset="0"/>
          <a:cs typeface="ＭＳ Ｐゴシック" charset="0"/>
        </a:defRPr>
      </a:lvl8pPr>
      <a:lvl9pPr marL="2435413" algn="l" defTabSz="608853" rtl="0" eaLnBrk="1" fontAlgn="base" hangingPunct="1">
        <a:spcBef>
          <a:spcPct val="0"/>
        </a:spcBef>
        <a:spcAft>
          <a:spcPct val="0"/>
        </a:spcAft>
        <a:defRPr sz="2700">
          <a:solidFill>
            <a:srgbClr val="0033A0"/>
          </a:solidFill>
          <a:latin typeface="Arial" charset="0"/>
          <a:ea typeface="ＭＳ Ｐゴシック" charset="0"/>
          <a:cs typeface="ＭＳ Ｐゴシック" charset="0"/>
        </a:defRPr>
      </a:lvl9pPr>
    </p:titleStyle>
    <p:bodyStyle>
      <a:lvl1pPr marL="455613" indent="-455613" algn="l" defTabSz="608013" rtl="0" eaLnBrk="1" fontAlgn="base" hangingPunct="1">
        <a:lnSpc>
          <a:spcPct val="130000"/>
        </a:lnSpc>
        <a:spcBef>
          <a:spcPct val="20000"/>
        </a:spcBef>
        <a:spcAft>
          <a:spcPct val="0"/>
        </a:spcAft>
        <a:buFont typeface="Arial" charset="0"/>
        <a:defRPr sz="1200" kern="1200">
          <a:solidFill>
            <a:srgbClr val="676767"/>
          </a:solidFill>
          <a:latin typeface="+mn-lt"/>
          <a:ea typeface="ＭＳ Ｐゴシック" charset="0"/>
          <a:cs typeface="ＭＳ Ｐゴシック" charset="0"/>
        </a:defRPr>
      </a:lvl1pPr>
      <a:lvl2pPr marL="230188" indent="-230188" algn="l" defTabSz="608013" rtl="0" eaLnBrk="1" fontAlgn="base" hangingPunct="1">
        <a:lnSpc>
          <a:spcPct val="130000"/>
        </a:lnSpc>
        <a:spcBef>
          <a:spcPts val="300"/>
        </a:spcBef>
        <a:spcAft>
          <a:spcPct val="0"/>
        </a:spcAft>
        <a:buClr>
          <a:srgbClr val="E3E829"/>
        </a:buClr>
        <a:buSzPct val="120000"/>
        <a:buFont typeface="Arial" charset="0"/>
        <a:buChar char="•"/>
        <a:defRPr sz="1200" kern="1200">
          <a:solidFill>
            <a:srgbClr val="676767"/>
          </a:solidFill>
          <a:latin typeface="+mn-lt"/>
          <a:ea typeface="ＭＳ Ｐゴシック" charset="0"/>
          <a:cs typeface="+mn-cs"/>
        </a:defRPr>
      </a:lvl2pPr>
      <a:lvl3pPr marL="454025" indent="-223838" algn="l" defTabSz="608013" rtl="0" eaLnBrk="1" fontAlgn="base" hangingPunct="1">
        <a:lnSpc>
          <a:spcPct val="130000"/>
        </a:lnSpc>
        <a:spcBef>
          <a:spcPts val="300"/>
        </a:spcBef>
        <a:spcAft>
          <a:spcPct val="0"/>
        </a:spcAft>
        <a:buClr>
          <a:srgbClr val="0033A0"/>
        </a:buClr>
        <a:buFont typeface="Wingdings" charset="0"/>
        <a:buChar char="§"/>
        <a:defRPr sz="1200" kern="1200">
          <a:solidFill>
            <a:srgbClr val="676767"/>
          </a:solidFill>
          <a:latin typeface="+mn-lt"/>
          <a:ea typeface="ＭＳ Ｐゴシック" charset="0"/>
          <a:cs typeface="+mn-cs"/>
        </a:defRPr>
      </a:lvl3pPr>
      <a:lvl4pPr marL="758825" indent="-303213" algn="l" defTabSz="608013" rtl="0" eaLnBrk="1" fontAlgn="base" hangingPunct="1">
        <a:lnSpc>
          <a:spcPct val="130000"/>
        </a:lnSpc>
        <a:spcBef>
          <a:spcPts val="300"/>
        </a:spcBef>
        <a:spcAft>
          <a:spcPct val="0"/>
        </a:spcAft>
        <a:buClr>
          <a:srgbClr val="00AEC7"/>
        </a:buClr>
        <a:buFont typeface="Lucida Grande" charset="0"/>
        <a:buChar char="‣"/>
        <a:defRPr sz="1200" kern="1200">
          <a:solidFill>
            <a:srgbClr val="676767"/>
          </a:solidFill>
          <a:latin typeface="+mn-lt"/>
          <a:ea typeface="ＭＳ Ｐゴシック" charset="0"/>
          <a:cs typeface="+mn-cs"/>
        </a:defRPr>
      </a:lvl4pPr>
      <a:lvl5pPr marL="985838" indent="-225425" algn="l" defTabSz="608013" rtl="0" eaLnBrk="1" fontAlgn="base" hangingPunct="1">
        <a:lnSpc>
          <a:spcPct val="130000"/>
        </a:lnSpc>
        <a:spcBef>
          <a:spcPts val="300"/>
        </a:spcBef>
        <a:spcAft>
          <a:spcPct val="0"/>
        </a:spcAft>
        <a:buClr>
          <a:schemeClr val="accent1"/>
        </a:buClr>
        <a:buFont typeface="Arial" charset="0"/>
        <a:buChar char="•"/>
        <a:defRPr sz="1200" kern="1200">
          <a:solidFill>
            <a:srgbClr val="676767"/>
          </a:solidFill>
          <a:latin typeface="+mn-lt"/>
          <a:ea typeface="ＭＳ Ｐゴシック" charset="0"/>
          <a:cs typeface="+mn-cs"/>
        </a:defRPr>
      </a:lvl5pPr>
      <a:lvl6pPr marL="3348693" indent="-304427" algn="l" defTabSz="608853" rtl="0" eaLnBrk="1" latinLnBrk="0" hangingPunct="1">
        <a:spcBef>
          <a:spcPct val="20000"/>
        </a:spcBef>
        <a:buFont typeface="Arial"/>
        <a:buChar char="•"/>
        <a:defRPr sz="2700" kern="1200">
          <a:solidFill>
            <a:schemeClr val="tx1"/>
          </a:solidFill>
          <a:latin typeface="+mn-lt"/>
          <a:ea typeface="+mn-ea"/>
          <a:cs typeface="+mn-cs"/>
        </a:defRPr>
      </a:lvl6pPr>
      <a:lvl7pPr marL="3957546" indent="-304427" algn="l" defTabSz="608853" rtl="0" eaLnBrk="1" latinLnBrk="0" hangingPunct="1">
        <a:spcBef>
          <a:spcPct val="20000"/>
        </a:spcBef>
        <a:buFont typeface="Arial"/>
        <a:buChar char="•"/>
        <a:defRPr sz="2700" kern="1200">
          <a:solidFill>
            <a:schemeClr val="tx1"/>
          </a:solidFill>
          <a:latin typeface="+mn-lt"/>
          <a:ea typeface="+mn-ea"/>
          <a:cs typeface="+mn-cs"/>
        </a:defRPr>
      </a:lvl7pPr>
      <a:lvl8pPr marL="4566399" indent="-304427" algn="l" defTabSz="608853" rtl="0" eaLnBrk="1" latinLnBrk="0" hangingPunct="1">
        <a:spcBef>
          <a:spcPct val="20000"/>
        </a:spcBef>
        <a:buFont typeface="Arial"/>
        <a:buChar char="•"/>
        <a:defRPr sz="2700" kern="1200">
          <a:solidFill>
            <a:schemeClr val="tx1"/>
          </a:solidFill>
          <a:latin typeface="+mn-lt"/>
          <a:ea typeface="+mn-ea"/>
          <a:cs typeface="+mn-cs"/>
        </a:defRPr>
      </a:lvl8pPr>
      <a:lvl9pPr marL="5175253" indent="-304427" algn="l" defTabSz="608853" rtl="0" eaLnBrk="1" latinLnBrk="0" hangingPunct="1">
        <a:spcBef>
          <a:spcPct val="20000"/>
        </a:spcBef>
        <a:buFont typeface="Arial"/>
        <a:buChar char="•"/>
        <a:defRPr sz="2700" kern="1200">
          <a:solidFill>
            <a:schemeClr val="tx1"/>
          </a:solidFill>
          <a:latin typeface="+mn-lt"/>
          <a:ea typeface="+mn-ea"/>
          <a:cs typeface="+mn-cs"/>
        </a:defRPr>
      </a:lvl9pPr>
    </p:bodyStyle>
    <p:otherStyle>
      <a:defPPr>
        <a:defRPr lang="en-US"/>
      </a:defPPr>
      <a:lvl1pPr marL="0" algn="l" defTabSz="608853" rtl="0" eaLnBrk="1" latinLnBrk="0" hangingPunct="1">
        <a:defRPr sz="2400" kern="1200">
          <a:solidFill>
            <a:schemeClr val="tx1"/>
          </a:solidFill>
          <a:latin typeface="+mn-lt"/>
          <a:ea typeface="+mn-ea"/>
          <a:cs typeface="+mn-cs"/>
        </a:defRPr>
      </a:lvl1pPr>
      <a:lvl2pPr marL="608853" algn="l" defTabSz="608853" rtl="0" eaLnBrk="1" latinLnBrk="0" hangingPunct="1">
        <a:defRPr sz="2400" kern="1200">
          <a:solidFill>
            <a:schemeClr val="tx1"/>
          </a:solidFill>
          <a:latin typeface="+mn-lt"/>
          <a:ea typeface="+mn-ea"/>
          <a:cs typeface="+mn-cs"/>
        </a:defRPr>
      </a:lvl2pPr>
      <a:lvl3pPr marL="1217706" algn="l" defTabSz="608853" rtl="0" eaLnBrk="1" latinLnBrk="0" hangingPunct="1">
        <a:defRPr sz="2400" kern="1200">
          <a:solidFill>
            <a:schemeClr val="tx1"/>
          </a:solidFill>
          <a:latin typeface="+mn-lt"/>
          <a:ea typeface="+mn-ea"/>
          <a:cs typeface="+mn-cs"/>
        </a:defRPr>
      </a:lvl3pPr>
      <a:lvl4pPr marL="1826560" algn="l" defTabSz="608853" rtl="0" eaLnBrk="1" latinLnBrk="0" hangingPunct="1">
        <a:defRPr sz="2400" kern="1200">
          <a:solidFill>
            <a:schemeClr val="tx1"/>
          </a:solidFill>
          <a:latin typeface="+mn-lt"/>
          <a:ea typeface="+mn-ea"/>
          <a:cs typeface="+mn-cs"/>
        </a:defRPr>
      </a:lvl4pPr>
      <a:lvl5pPr marL="2435413" algn="l" defTabSz="608853" rtl="0" eaLnBrk="1" latinLnBrk="0" hangingPunct="1">
        <a:defRPr sz="2400" kern="1200">
          <a:solidFill>
            <a:schemeClr val="tx1"/>
          </a:solidFill>
          <a:latin typeface="+mn-lt"/>
          <a:ea typeface="+mn-ea"/>
          <a:cs typeface="+mn-cs"/>
        </a:defRPr>
      </a:lvl5pPr>
      <a:lvl6pPr marL="3044266" algn="l" defTabSz="608853" rtl="0" eaLnBrk="1" latinLnBrk="0" hangingPunct="1">
        <a:defRPr sz="2400" kern="1200">
          <a:solidFill>
            <a:schemeClr val="tx1"/>
          </a:solidFill>
          <a:latin typeface="+mn-lt"/>
          <a:ea typeface="+mn-ea"/>
          <a:cs typeface="+mn-cs"/>
        </a:defRPr>
      </a:lvl6pPr>
      <a:lvl7pPr marL="3653119" algn="l" defTabSz="608853" rtl="0" eaLnBrk="1" latinLnBrk="0" hangingPunct="1">
        <a:defRPr sz="2400" kern="1200">
          <a:solidFill>
            <a:schemeClr val="tx1"/>
          </a:solidFill>
          <a:latin typeface="+mn-lt"/>
          <a:ea typeface="+mn-ea"/>
          <a:cs typeface="+mn-cs"/>
        </a:defRPr>
      </a:lvl7pPr>
      <a:lvl8pPr marL="4261973" algn="l" defTabSz="608853" rtl="0" eaLnBrk="1" latinLnBrk="0" hangingPunct="1">
        <a:defRPr sz="2400" kern="1200">
          <a:solidFill>
            <a:schemeClr val="tx1"/>
          </a:solidFill>
          <a:latin typeface="+mn-lt"/>
          <a:ea typeface="+mn-ea"/>
          <a:cs typeface="+mn-cs"/>
        </a:defRPr>
      </a:lvl8pPr>
      <a:lvl9pPr marL="4870826" algn="l" defTabSz="608853"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6481971"/>
      </p:ext>
    </p:extLst>
  </p:cSld>
  <p:clrMap bg1="lt1" tx1="dk1" bg2="lt2" tx2="dk2" accent1="accent1" accent2="accent2" accent3="accent3" accent4="accent4" accent5="accent5" accent6="accent6" hlink="hlink" folHlink="folHlink"/>
  <p:sldLayoutIdLst>
    <p:sldLayoutId id="2147494619" r:id="rId1"/>
    <p:sldLayoutId id="2147494691" r:id="rId2"/>
    <p:sldLayoutId id="2147494690" r:id="rId3"/>
    <p:sldLayoutId id="2147494704" r:id="rId4"/>
    <p:sldLayoutId id="2147494705" r:id="rId5"/>
    <p:sldLayoutId id="2147494706" r:id="rId6"/>
  </p:sldLayoutIdLst>
  <p:hf hdr="0" ftr="0" dt="0"/>
  <p:txStyles>
    <p:titleStyle>
      <a:lvl1pPr algn="ctr"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alpha val="9804"/>
          </a:schemeClr>
        </a:solidFill>
        <a:effectLst/>
      </p:bgPr>
    </p:bg>
    <p:spTree>
      <p:nvGrpSpPr>
        <p:cNvPr id="1" name=""/>
        <p:cNvGrpSpPr/>
        <p:nvPr/>
      </p:nvGrpSpPr>
      <p:grpSpPr>
        <a:xfrm>
          <a:off x="0" y="0"/>
          <a:ext cx="0" cy="0"/>
          <a:chOff x="0" y="0"/>
          <a:chExt cx="0" cy="0"/>
        </a:xfrm>
      </p:grpSpPr>
      <p:sp>
        <p:nvSpPr>
          <p:cNvPr id="3" name="Marcador de fecha 2">
            <a:extLst>
              <a:ext uri="{FF2B5EF4-FFF2-40B4-BE49-F238E27FC236}">
                <a16:creationId xmlns:a16="http://schemas.microsoft.com/office/drawing/2014/main" id="{9A9ED10E-F495-3C40-BD87-A6D700A5B64F}"/>
              </a:ext>
            </a:extLst>
          </p:cNvPr>
          <p:cNvSpPr>
            <a:spLocks noGrp="1"/>
          </p:cNvSpPr>
          <p:nvPr>
            <p:ph type="dt" sz="half" idx="2"/>
          </p:nvPr>
        </p:nvSpPr>
        <p:spPr>
          <a:xfrm>
            <a:off x="304801" y="6484018"/>
            <a:ext cx="1428466" cy="251105"/>
          </a:xfrm>
          <a:prstGeom prst="rect">
            <a:avLst/>
          </a:prstGeom>
        </p:spPr>
        <p:txBody>
          <a:bodyPr vert="horz" lIns="91440" tIns="45720" rIns="91440" bIns="45720" rtlCol="0" anchor="ctr"/>
          <a:lstStyle>
            <a:lvl1pPr algn="l">
              <a:defRPr sz="1200">
                <a:solidFill>
                  <a:srgbClr val="5454E9"/>
                </a:solidFill>
              </a:defRPr>
            </a:lvl1pPr>
          </a:lstStyle>
          <a:p>
            <a:endParaRPr lang="es-CO" dirty="0"/>
          </a:p>
        </p:txBody>
      </p:sp>
      <p:sp>
        <p:nvSpPr>
          <p:cNvPr id="6" name="Marcador de pie de página 5">
            <a:extLst>
              <a:ext uri="{FF2B5EF4-FFF2-40B4-BE49-F238E27FC236}">
                <a16:creationId xmlns:a16="http://schemas.microsoft.com/office/drawing/2014/main" id="{87885F37-2003-974A-86AF-3C8EC157AA63}"/>
              </a:ext>
            </a:extLst>
          </p:cNvPr>
          <p:cNvSpPr>
            <a:spLocks noGrp="1"/>
          </p:cNvSpPr>
          <p:nvPr>
            <p:ph type="ftr" sz="quarter" idx="3"/>
          </p:nvPr>
        </p:nvSpPr>
        <p:spPr>
          <a:xfrm>
            <a:off x="2017222" y="6484018"/>
            <a:ext cx="4182961" cy="251105"/>
          </a:xfrm>
          <a:prstGeom prst="rect">
            <a:avLst/>
          </a:prstGeom>
        </p:spPr>
        <p:txBody>
          <a:bodyPr vert="horz" lIns="91440" tIns="45720" rIns="91440" bIns="45720" rtlCol="0" anchor="ctr"/>
          <a:lstStyle>
            <a:lvl1pPr algn="l">
              <a:defRPr sz="1200" b="0">
                <a:solidFill>
                  <a:srgbClr val="5454E9"/>
                </a:solidFill>
              </a:defRPr>
            </a:lvl1pPr>
          </a:lstStyle>
          <a:p>
            <a:endParaRPr lang="es-CO" dirty="0"/>
          </a:p>
        </p:txBody>
      </p:sp>
      <p:sp>
        <p:nvSpPr>
          <p:cNvPr id="2" name="Marcador de número de diapositiva 1">
            <a:extLst>
              <a:ext uri="{FF2B5EF4-FFF2-40B4-BE49-F238E27FC236}">
                <a16:creationId xmlns:a16="http://schemas.microsoft.com/office/drawing/2014/main" id="{C9F269E7-4960-4D66-A977-268DF388DDC5}"/>
              </a:ext>
            </a:extLst>
          </p:cNvPr>
          <p:cNvSpPr>
            <a:spLocks noGrp="1"/>
          </p:cNvSpPr>
          <p:nvPr>
            <p:ph type="sldNum" sz="quarter" idx="4"/>
          </p:nvPr>
        </p:nvSpPr>
        <p:spPr>
          <a:xfrm>
            <a:off x="8609013" y="6356350"/>
            <a:ext cx="2741612"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A4A965-C522-4DAF-8C07-9E6F0369E04C}" type="slidenum">
              <a:rPr lang="es-CO" smtClean="0"/>
              <a:t>‹#›</a:t>
            </a:fld>
            <a:endParaRPr lang="es-CO"/>
          </a:p>
        </p:txBody>
      </p:sp>
    </p:spTree>
    <p:extLst>
      <p:ext uri="{BB962C8B-B14F-4D97-AF65-F5344CB8AC3E}">
        <p14:creationId xmlns:p14="http://schemas.microsoft.com/office/powerpoint/2010/main" val="156645415"/>
      </p:ext>
    </p:extLst>
  </p:cSld>
  <p:clrMap bg1="lt1" tx1="dk1" bg2="lt2" tx2="dk2" accent1="accent1" accent2="accent2" accent3="accent3" accent4="accent4" accent5="accent5" accent6="accent6" hlink="hlink" folHlink="folHlink"/>
  <p:sldLayoutIdLst>
    <p:sldLayoutId id="2147494708" r:id="rId1"/>
    <p:sldLayoutId id="2147494709" r:id="rId2"/>
    <p:sldLayoutId id="2147494710" r:id="rId3"/>
    <p:sldLayoutId id="2147494725" r:id="rId4"/>
    <p:sldLayoutId id="2147494726" r:id="rId5"/>
    <p:sldLayoutId id="2147494712" r:id="rId6"/>
    <p:sldLayoutId id="2147494713" r:id="rId7"/>
    <p:sldLayoutId id="2147494714" r:id="rId8"/>
    <p:sldLayoutId id="2147494715" r:id="rId9"/>
    <p:sldLayoutId id="2147494716" r:id="rId10"/>
    <p:sldLayoutId id="2147494717" r:id="rId11"/>
    <p:sldLayoutId id="2147494724" r:id="rId12"/>
  </p:sldLayoutIdLst>
  <p:hf hdr="0" ftr="0" dt="0"/>
  <p:txStyles>
    <p:titleStyle>
      <a:lvl1pPr algn="l" defTabSz="914400" rtl="0" eaLnBrk="1" latinLnBrk="0" hangingPunct="1">
        <a:lnSpc>
          <a:spcPct val="90000"/>
        </a:lnSpc>
        <a:spcBef>
          <a:spcPct val="0"/>
        </a:spcBef>
        <a:buNone/>
        <a:defRPr sz="1200" b="0" kern="1200">
          <a:solidFill>
            <a:srgbClr val="5454E9"/>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 TargetMode="External"/><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blob/main/row_data/promts/1%20Planning%20a%20corpus%20based%20on%20a%20question.md"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blob/main/row_data/promts/1%20Planning%20a%20corpus%20based%20on%20a%20question.md" TargetMode="External"/><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blob/main/row_data/corpus/GPT-4o/ALC-07/corpus.md" TargetMode="External"/><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blob/main/row_data/promts/2%20Extracci%C3%B3n%20condicionada%20por%20corpus%20documental.md" TargetMode="Externa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 TargetMode="External"/><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 TargetMode="External"/><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tree/main/row_data/corpus"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blob/main/row_data/corpus/GPT-4o/ALC-01/corpus.md" TargetMode="External"/><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blob/main/row_data/promts/2%20Extracci%C3%B3n%20condicionada%20por%20corpus%20documental.md" TargetMode="External"/><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Pipicano25/LLM-driven-Ontology-Construction-for-Bioprocesses-" TargetMode="External"/><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ver_title"/>
          <p:cNvSpPr txBox="1"/>
          <p:nvPr/>
        </p:nvSpPr>
        <p:spPr>
          <a:xfrm>
            <a:off x="5230368" y="1234440"/>
            <a:ext cx="5577840" cy="880241"/>
          </a:xfrm>
          <a:prstGeom prst="rect">
            <a:avLst/>
          </a:prstGeom>
          <a:noFill/>
        </p:spPr>
        <p:txBody>
          <a:bodyPr wrap="square" lIns="18288" tIns="9144" rIns="18288" bIns="9144" anchor="t">
            <a:spAutoFit/>
          </a:bodyPr>
          <a:lstStyle/>
          <a:p>
            <a:pPr algn="l">
              <a:defRPr/>
            </a:pPr>
            <a:r>
              <a:rPr sz="2800" b="1" i="0" dirty="0">
                <a:solidFill>
                  <a:srgbClr val="FFFFFF"/>
                </a:solidFill>
                <a:latin typeface="Arial"/>
              </a:rPr>
              <a:t>LLM-driven Ontology
Construction for Bioprocesses</a:t>
            </a:r>
          </a:p>
        </p:txBody>
      </p:sp>
      <p:sp>
        <p:nvSpPr>
          <p:cNvPr id="6" name="cover_subtitle"/>
          <p:cNvSpPr txBox="1"/>
          <p:nvPr/>
        </p:nvSpPr>
        <p:spPr>
          <a:xfrm>
            <a:off x="5230368" y="2423160"/>
            <a:ext cx="5715000" cy="572464"/>
          </a:xfrm>
          <a:prstGeom prst="rect">
            <a:avLst/>
          </a:prstGeom>
          <a:noFill/>
        </p:spPr>
        <p:txBody>
          <a:bodyPr wrap="square" lIns="18288" tIns="9144" rIns="18288" bIns="9144" anchor="t">
            <a:spAutoFit/>
          </a:bodyPr>
          <a:lstStyle/>
          <a:p>
            <a:pPr algn="l">
              <a:defRPr/>
            </a:pPr>
            <a:r>
              <a:rPr sz="1800" b="0" i="1">
                <a:solidFill>
                  <a:srgbClr val="FFFFFF"/>
                </a:solidFill>
                <a:latin typeface="Arial"/>
              </a:rPr>
              <a:t>Construcción de ontologías para bioprocesos impulsada por modelos de lenguaje.</a:t>
            </a:r>
          </a:p>
        </p:txBody>
      </p:sp>
      <p:sp>
        <p:nvSpPr>
          <p:cNvPr id="8" name="cover_advisor"/>
          <p:cNvSpPr txBox="1"/>
          <p:nvPr/>
        </p:nvSpPr>
        <p:spPr>
          <a:xfrm>
            <a:off x="5230368" y="4947736"/>
            <a:ext cx="5577840" cy="295466"/>
          </a:xfrm>
          <a:prstGeom prst="rect">
            <a:avLst/>
          </a:prstGeom>
          <a:noFill/>
        </p:spPr>
        <p:txBody>
          <a:bodyPr wrap="square" lIns="18288" tIns="9144" rIns="18288" bIns="9144" anchor="t">
            <a:spAutoFit/>
          </a:bodyPr>
          <a:lstStyle/>
          <a:p>
            <a:pPr algn="l">
              <a:defRPr/>
            </a:pPr>
            <a:r>
              <a:rPr lang="es-ES" sz="1800" dirty="0">
                <a:solidFill>
                  <a:srgbClr val="FFFFFF"/>
                </a:solidFill>
                <a:latin typeface="Arial"/>
              </a:rPr>
              <a:t>Tutor</a:t>
            </a:r>
            <a:r>
              <a:rPr sz="1800" b="0" i="0" dirty="0">
                <a:solidFill>
                  <a:srgbClr val="FFFFFF"/>
                </a:solidFill>
                <a:latin typeface="Arial"/>
              </a:rPr>
              <a:t>: Jairo Alexander Astudillo Lagos (</a:t>
            </a:r>
            <a:r>
              <a:rPr sz="1800" b="0" i="0" dirty="0" err="1">
                <a:solidFill>
                  <a:srgbClr val="FFFFFF"/>
                </a:solidFill>
                <a:latin typeface="Arial"/>
              </a:rPr>
              <a:t>INRAe</a:t>
            </a:r>
            <a:r>
              <a:rPr sz="1800" b="0" i="0" dirty="0">
                <a:solidFill>
                  <a:srgbClr val="FFFFFF"/>
                </a:solidFill>
                <a:latin typeface="Arial"/>
              </a:rPr>
              <a:t>)</a:t>
            </a:r>
          </a:p>
        </p:txBody>
      </p:sp>
      <p:sp>
        <p:nvSpPr>
          <p:cNvPr id="9" name="cover_members"/>
          <p:cNvSpPr txBox="1"/>
          <p:nvPr/>
        </p:nvSpPr>
        <p:spPr>
          <a:xfrm>
            <a:off x="5230368" y="3320174"/>
            <a:ext cx="5577840" cy="849463"/>
          </a:xfrm>
          <a:prstGeom prst="rect">
            <a:avLst/>
          </a:prstGeom>
          <a:noFill/>
        </p:spPr>
        <p:txBody>
          <a:bodyPr wrap="square" lIns="18288" tIns="9144" rIns="18288" bIns="9144" anchor="t">
            <a:spAutoFit/>
          </a:bodyPr>
          <a:lstStyle/>
          <a:p>
            <a:pPr algn="l">
              <a:defRPr/>
            </a:pPr>
            <a:r>
              <a:rPr sz="1800" b="0" i="0" dirty="0" err="1">
                <a:solidFill>
                  <a:srgbClr val="FFFFFF"/>
                </a:solidFill>
                <a:latin typeface="Arial"/>
              </a:rPr>
              <a:t>Integrantes</a:t>
            </a:r>
            <a:r>
              <a:rPr sz="1800" b="0" i="0" dirty="0">
                <a:solidFill>
                  <a:srgbClr val="FFFFFF"/>
                </a:solidFill>
                <a:latin typeface="Arial"/>
              </a:rPr>
              <a:t>:
Anderson Daniel </a:t>
            </a:r>
            <a:r>
              <a:rPr sz="1800" b="0" i="0" dirty="0" err="1">
                <a:solidFill>
                  <a:srgbClr val="FFFFFF"/>
                </a:solidFill>
                <a:latin typeface="Arial"/>
              </a:rPr>
              <a:t>Pipicano</a:t>
            </a:r>
            <a:r>
              <a:rPr sz="1800" b="0" i="0" dirty="0">
                <a:solidFill>
                  <a:srgbClr val="FFFFFF"/>
                </a:solidFill>
                <a:latin typeface="Arial"/>
              </a:rPr>
              <a:t> Ruiz
Sandra Jimena Orozco Lagos</a:t>
            </a:r>
          </a:p>
        </p:txBody>
      </p:sp>
      <p:sp>
        <p:nvSpPr>
          <p:cNvPr id="10" name="cover_footer"/>
          <p:cNvSpPr txBox="1"/>
          <p:nvPr/>
        </p:nvSpPr>
        <p:spPr>
          <a:xfrm>
            <a:off x="2852928" y="6336792"/>
            <a:ext cx="6720840" cy="228600"/>
          </a:xfrm>
          <a:prstGeom prst="rect">
            <a:avLst/>
          </a:prstGeom>
          <a:noFill/>
        </p:spPr>
        <p:txBody>
          <a:bodyPr wrap="square" lIns="18288" tIns="9144" rIns="18288" bIns="9144" anchor="t">
            <a:spAutoFit/>
          </a:bodyPr>
          <a:lstStyle/>
          <a:p>
            <a:pPr algn="l">
              <a:defRPr/>
            </a:pPr>
            <a:r>
              <a:rPr sz="990" b="0" i="0">
                <a:solidFill>
                  <a:srgbClr val="FFFFFF"/>
                </a:solidFill>
                <a:latin typeface="Arial"/>
              </a:rPr>
              <a:t>Maestría en Inteligencia Artificial Aplicada · Proyecto de Innovación II · Universidad ICESI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804672" y="888718"/>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Contexto</a:t>
            </a:r>
            <a:r>
              <a:rPr b="0" i="0" dirty="0">
                <a:solidFill>
                  <a:srgbClr val="4949EE"/>
                </a:solidFill>
                <a:latin typeface="Arial"/>
              </a:rPr>
              <a:t> y </a:t>
            </a:r>
            <a:r>
              <a:rPr b="0" i="0" dirty="0" err="1">
                <a:solidFill>
                  <a:srgbClr val="4949EE"/>
                </a:solidFill>
                <a:latin typeface="Arial"/>
              </a:rPr>
              <a:t>motivación</a:t>
            </a:r>
            <a:endParaRPr b="0" i="0" dirty="0">
              <a:solidFill>
                <a:srgbClr val="4949EE"/>
              </a:solidFill>
              <a:latin typeface="Arial"/>
            </a:endParaRPr>
          </a:p>
        </p:txBody>
      </p:sp>
      <p:sp>
        <p:nvSpPr>
          <p:cNvPr id="6" name="headline"/>
          <p:cNvSpPr txBox="1"/>
          <p:nvPr/>
        </p:nvSpPr>
        <p:spPr>
          <a:xfrm>
            <a:off x="804672" y="1589532"/>
            <a:ext cx="10424160" cy="695575"/>
          </a:xfrm>
          <a:prstGeom prst="rect">
            <a:avLst/>
          </a:prstGeom>
          <a:noFill/>
        </p:spPr>
        <p:txBody>
          <a:bodyPr wrap="square" lIns="18288" tIns="9144" rIns="18288" bIns="9144" anchor="t">
            <a:spAutoFit/>
          </a:bodyPr>
          <a:lstStyle/>
          <a:p>
            <a:pPr algn="l">
              <a:defRPr/>
            </a:pPr>
            <a:r>
              <a:rPr sz="2000" b="1" i="0" dirty="0">
                <a:solidFill>
                  <a:srgbClr val="232323"/>
                </a:solidFill>
                <a:latin typeface="Arial"/>
              </a:rPr>
              <a:t>El </a:t>
            </a:r>
            <a:r>
              <a:rPr sz="2000" b="1" i="0" dirty="0" err="1">
                <a:solidFill>
                  <a:srgbClr val="232323"/>
                </a:solidFill>
                <a:latin typeface="Arial"/>
              </a:rPr>
              <a:t>reto</a:t>
            </a:r>
            <a:r>
              <a:rPr sz="2000" b="1" i="0" dirty="0">
                <a:solidFill>
                  <a:srgbClr val="232323"/>
                </a:solidFill>
                <a:latin typeface="Arial"/>
              </a:rPr>
              <a:t> no es solo </a:t>
            </a:r>
            <a:r>
              <a:rPr sz="2000" b="1" i="0" dirty="0" err="1">
                <a:solidFill>
                  <a:srgbClr val="232323"/>
                </a:solidFill>
                <a:latin typeface="Arial"/>
              </a:rPr>
              <a:t>describir</a:t>
            </a:r>
            <a:r>
              <a:rPr sz="2000" b="1" i="0" dirty="0">
                <a:solidFill>
                  <a:srgbClr val="232323"/>
                </a:solidFill>
                <a:latin typeface="Arial"/>
              </a:rPr>
              <a:t> </a:t>
            </a:r>
            <a:r>
              <a:rPr sz="2000" b="1" i="0" dirty="0" err="1">
                <a:solidFill>
                  <a:srgbClr val="232323"/>
                </a:solidFill>
                <a:latin typeface="Arial"/>
              </a:rPr>
              <a:t>biorreactores</a:t>
            </a:r>
            <a:r>
              <a:rPr sz="2000" b="1" i="0" dirty="0">
                <a:solidFill>
                  <a:srgbClr val="232323"/>
                </a:solidFill>
                <a:latin typeface="Arial"/>
              </a:rPr>
              <a:t>: es </a:t>
            </a:r>
            <a:r>
              <a:rPr sz="2000" b="1" i="0" dirty="0" err="1">
                <a:solidFill>
                  <a:srgbClr val="232323"/>
                </a:solidFill>
                <a:latin typeface="Arial"/>
              </a:rPr>
              <a:t>hacer</a:t>
            </a:r>
            <a:r>
              <a:rPr sz="2000" b="1" i="0" dirty="0">
                <a:solidFill>
                  <a:srgbClr val="232323"/>
                </a:solidFill>
                <a:latin typeface="Arial"/>
              </a:rPr>
              <a:t> </a:t>
            </a:r>
            <a:r>
              <a:rPr sz="2000" b="1" i="0" dirty="0" err="1">
                <a:solidFill>
                  <a:srgbClr val="232323"/>
                </a:solidFill>
                <a:latin typeface="Arial"/>
              </a:rPr>
              <a:t>comparables</a:t>
            </a:r>
            <a:r>
              <a:rPr sz="2000" b="1" i="0" dirty="0">
                <a:solidFill>
                  <a:srgbClr val="232323"/>
                </a:solidFill>
                <a:latin typeface="Arial"/>
              </a:rPr>
              <a:t> sus </a:t>
            </a:r>
            <a:r>
              <a:rPr sz="2000" b="1" i="0" dirty="0" err="1">
                <a:solidFill>
                  <a:srgbClr val="232323"/>
                </a:solidFill>
                <a:latin typeface="Arial"/>
              </a:rPr>
              <a:t>conceptos</a:t>
            </a:r>
            <a:r>
              <a:rPr sz="2000" b="1" i="0" dirty="0">
                <a:solidFill>
                  <a:srgbClr val="232323"/>
                </a:solidFill>
                <a:latin typeface="Arial"/>
              </a:rPr>
              <a:t> entre </a:t>
            </a:r>
            <a:r>
              <a:rPr sz="2000" b="1" i="0" dirty="0" err="1">
                <a:solidFill>
                  <a:srgbClr val="232323"/>
                </a:solidFill>
                <a:latin typeface="Arial"/>
              </a:rPr>
              <a:t>escalas</a:t>
            </a:r>
            <a:r>
              <a:rPr sz="2400" b="1" i="0" dirty="0">
                <a:solidFill>
                  <a:srgbClr val="232323"/>
                </a:solidFill>
                <a:latin typeface="Arial"/>
              </a:rPr>
              <a:t>.</a:t>
            </a:r>
          </a:p>
        </p:txBody>
      </p:sp>
      <p:sp>
        <p:nvSpPr>
          <p:cNvPr id="7" name="scale0"/>
          <p:cNvSpPr/>
          <p:nvPr/>
        </p:nvSpPr>
        <p:spPr>
          <a:xfrm>
            <a:off x="804672" y="2596896"/>
            <a:ext cx="2331720" cy="1508760"/>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8" name="scale0_strip"/>
          <p:cNvSpPr/>
          <p:nvPr/>
        </p:nvSpPr>
        <p:spPr>
          <a:xfrm>
            <a:off x="804672" y="2596896"/>
            <a:ext cx="233172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9" name="scale0_title"/>
          <p:cNvSpPr txBox="1"/>
          <p:nvPr/>
        </p:nvSpPr>
        <p:spPr>
          <a:xfrm>
            <a:off x="923544" y="2670048"/>
            <a:ext cx="2103120" cy="264688"/>
          </a:xfrm>
          <a:prstGeom prst="rect">
            <a:avLst/>
          </a:prstGeom>
          <a:noFill/>
        </p:spPr>
        <p:txBody>
          <a:bodyPr wrap="square" lIns="18288" tIns="9144" rIns="18288" bIns="9144" anchor="t">
            <a:spAutoFit/>
          </a:bodyPr>
          <a:lstStyle/>
          <a:p>
            <a:pPr algn="ctr">
              <a:defRPr/>
            </a:pPr>
            <a:r>
              <a:rPr sz="1600" b="1" i="0">
                <a:solidFill>
                  <a:srgbClr val="FFFFFF"/>
                </a:solidFill>
                <a:latin typeface="Arial"/>
              </a:rPr>
              <a:t>Micro/mini</a:t>
            </a:r>
          </a:p>
        </p:txBody>
      </p:sp>
      <p:sp>
        <p:nvSpPr>
          <p:cNvPr id="10" name="scale0_body"/>
          <p:cNvSpPr txBox="1"/>
          <p:nvPr/>
        </p:nvSpPr>
        <p:spPr>
          <a:xfrm>
            <a:off x="969264" y="3035808"/>
            <a:ext cx="2011679" cy="510909"/>
          </a:xfrm>
          <a:prstGeom prst="rect">
            <a:avLst/>
          </a:prstGeom>
          <a:noFill/>
        </p:spPr>
        <p:txBody>
          <a:bodyPr wrap="square" lIns="18288" tIns="9144" rIns="18288" bIns="9144" anchor="t">
            <a:spAutoFit/>
          </a:bodyPr>
          <a:lstStyle/>
          <a:p>
            <a:pPr algn="l">
              <a:defRPr/>
            </a:pPr>
            <a:r>
              <a:rPr sz="1600" b="0" i="0">
                <a:solidFill>
                  <a:srgbClr val="232323"/>
                </a:solidFill>
                <a:latin typeface="Arial"/>
              </a:rPr>
              <a:t>Alta paralelización
BioLector XT</a:t>
            </a:r>
          </a:p>
        </p:txBody>
      </p:sp>
      <p:sp>
        <p:nvSpPr>
          <p:cNvPr id="11" name="scale1"/>
          <p:cNvSpPr/>
          <p:nvPr/>
        </p:nvSpPr>
        <p:spPr>
          <a:xfrm>
            <a:off x="3502152" y="2596896"/>
            <a:ext cx="2331720" cy="1508760"/>
          </a:xfrm>
          <a:prstGeom prst="roundRect">
            <a:avLst/>
          </a:prstGeom>
          <a:solidFill>
            <a:srgbClr val="FFFFFF"/>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2" name="scale1_strip"/>
          <p:cNvSpPr/>
          <p:nvPr/>
        </p:nvSpPr>
        <p:spPr>
          <a:xfrm>
            <a:off x="3502152" y="2596896"/>
            <a:ext cx="2331720" cy="320040"/>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3" name="scale1_title"/>
          <p:cNvSpPr txBox="1"/>
          <p:nvPr/>
        </p:nvSpPr>
        <p:spPr>
          <a:xfrm>
            <a:off x="3621023" y="2670048"/>
            <a:ext cx="2103120" cy="264688"/>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Laboratorio</a:t>
            </a:r>
            <a:endParaRPr sz="1600" b="1" i="0" dirty="0">
              <a:solidFill>
                <a:srgbClr val="FFFFFF"/>
              </a:solidFill>
              <a:latin typeface="Arial"/>
            </a:endParaRPr>
          </a:p>
        </p:txBody>
      </p:sp>
      <p:sp>
        <p:nvSpPr>
          <p:cNvPr id="14" name="scale1_body"/>
          <p:cNvSpPr txBox="1"/>
          <p:nvPr/>
        </p:nvSpPr>
        <p:spPr>
          <a:xfrm>
            <a:off x="3666744" y="3035808"/>
            <a:ext cx="2011679" cy="510909"/>
          </a:xfrm>
          <a:prstGeom prst="rect">
            <a:avLst/>
          </a:prstGeom>
          <a:noFill/>
        </p:spPr>
        <p:txBody>
          <a:bodyPr wrap="square" lIns="18288" tIns="9144" rIns="18288" bIns="9144" anchor="t">
            <a:spAutoFit/>
          </a:bodyPr>
          <a:lstStyle/>
          <a:p>
            <a:pPr algn="l">
              <a:defRPr/>
            </a:pPr>
            <a:r>
              <a:rPr sz="1600" b="0" i="0">
                <a:solidFill>
                  <a:srgbClr val="232323"/>
                </a:solidFill>
                <a:latin typeface="Arial"/>
              </a:rPr>
              <a:t>Control y operación
Biostat / UniVessel</a:t>
            </a:r>
          </a:p>
        </p:txBody>
      </p:sp>
      <p:sp>
        <p:nvSpPr>
          <p:cNvPr id="15" name="scale2"/>
          <p:cNvSpPr/>
          <p:nvPr/>
        </p:nvSpPr>
        <p:spPr>
          <a:xfrm>
            <a:off x="6199632" y="2596896"/>
            <a:ext cx="2331720" cy="1508760"/>
          </a:xfrm>
          <a:prstGeom prst="roundRect">
            <a:avLst/>
          </a:prstGeom>
          <a:solidFill>
            <a:srgbClr val="FFFFFF"/>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6" name="scale2_strip"/>
          <p:cNvSpPr/>
          <p:nvPr/>
        </p:nvSpPr>
        <p:spPr>
          <a:xfrm>
            <a:off x="6199632" y="2596896"/>
            <a:ext cx="2331720" cy="320040"/>
          </a:xfrm>
          <a:prstGeom prst="roundRect">
            <a:avLst/>
          </a:prstGeom>
          <a:solidFill>
            <a:srgbClr val="F66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7" name="scale2_title"/>
          <p:cNvSpPr txBox="1"/>
          <p:nvPr/>
        </p:nvSpPr>
        <p:spPr>
          <a:xfrm>
            <a:off x="6318504" y="2670048"/>
            <a:ext cx="2103120" cy="264688"/>
          </a:xfrm>
          <a:prstGeom prst="rect">
            <a:avLst/>
          </a:prstGeom>
          <a:noFill/>
        </p:spPr>
        <p:txBody>
          <a:bodyPr wrap="square" lIns="18288" tIns="9144" rIns="18288" bIns="9144" anchor="t">
            <a:spAutoFit/>
          </a:bodyPr>
          <a:lstStyle/>
          <a:p>
            <a:pPr algn="ctr">
              <a:defRPr/>
            </a:pPr>
            <a:r>
              <a:rPr sz="1600" b="1" i="0">
                <a:solidFill>
                  <a:srgbClr val="FFFFFF"/>
                </a:solidFill>
                <a:latin typeface="Arial"/>
              </a:rPr>
              <a:t>Piloto</a:t>
            </a:r>
          </a:p>
        </p:txBody>
      </p:sp>
      <p:sp>
        <p:nvSpPr>
          <p:cNvPr id="18" name="scale2_body"/>
          <p:cNvSpPr txBox="1"/>
          <p:nvPr/>
        </p:nvSpPr>
        <p:spPr>
          <a:xfrm>
            <a:off x="6364224" y="3035808"/>
            <a:ext cx="2011679" cy="757130"/>
          </a:xfrm>
          <a:prstGeom prst="rect">
            <a:avLst/>
          </a:prstGeom>
          <a:noFill/>
        </p:spPr>
        <p:txBody>
          <a:bodyPr wrap="square" lIns="18288" tIns="9144" rIns="18288" bIns="9144" anchor="t">
            <a:spAutoFit/>
          </a:bodyPr>
          <a:lstStyle/>
          <a:p>
            <a:pPr algn="l">
              <a:defRPr/>
            </a:pPr>
            <a:r>
              <a:rPr sz="1600" b="0" i="0">
                <a:solidFill>
                  <a:srgbClr val="232323"/>
                </a:solidFill>
                <a:latin typeface="Arial"/>
              </a:rPr>
              <a:t>Transición de escala
parámetros comparables</a:t>
            </a:r>
          </a:p>
        </p:txBody>
      </p:sp>
      <p:sp>
        <p:nvSpPr>
          <p:cNvPr id="19" name="scale3"/>
          <p:cNvSpPr/>
          <p:nvPr/>
        </p:nvSpPr>
        <p:spPr>
          <a:xfrm>
            <a:off x="8897112" y="2596896"/>
            <a:ext cx="2331720" cy="1508760"/>
          </a:xfrm>
          <a:prstGeom prst="roundRect">
            <a:avLst/>
          </a:prstGeom>
          <a:solidFill>
            <a:srgbClr val="FFFFFF"/>
          </a:solidFill>
          <a:ln w="15240">
            <a:solidFill>
              <a:srgbClr val="3AAA8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0" name="scale3_strip"/>
          <p:cNvSpPr/>
          <p:nvPr/>
        </p:nvSpPr>
        <p:spPr>
          <a:xfrm>
            <a:off x="8897112" y="2596896"/>
            <a:ext cx="2331720" cy="320040"/>
          </a:xfrm>
          <a:prstGeom prst="roundRect">
            <a:avLst/>
          </a:prstGeom>
          <a:solidFill>
            <a:srgbClr val="3AAA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1" name="scale3_title"/>
          <p:cNvSpPr txBox="1"/>
          <p:nvPr/>
        </p:nvSpPr>
        <p:spPr>
          <a:xfrm>
            <a:off x="9015984" y="2670048"/>
            <a:ext cx="2103120" cy="264688"/>
          </a:xfrm>
          <a:prstGeom prst="rect">
            <a:avLst/>
          </a:prstGeom>
          <a:noFill/>
        </p:spPr>
        <p:txBody>
          <a:bodyPr wrap="square" lIns="18288" tIns="9144" rIns="18288" bIns="9144" anchor="t">
            <a:spAutoFit/>
          </a:bodyPr>
          <a:lstStyle/>
          <a:p>
            <a:pPr algn="ctr">
              <a:defRPr/>
            </a:pPr>
            <a:r>
              <a:rPr sz="1600" b="1" i="0" dirty="0">
                <a:solidFill>
                  <a:srgbClr val="FFFFFF"/>
                </a:solidFill>
                <a:latin typeface="Arial"/>
              </a:rPr>
              <a:t>Industrial</a:t>
            </a:r>
          </a:p>
        </p:txBody>
      </p:sp>
      <p:sp>
        <p:nvSpPr>
          <p:cNvPr id="22" name="scale3_body"/>
          <p:cNvSpPr txBox="1"/>
          <p:nvPr/>
        </p:nvSpPr>
        <p:spPr>
          <a:xfrm>
            <a:off x="9061704" y="3035808"/>
            <a:ext cx="2011679" cy="510909"/>
          </a:xfrm>
          <a:prstGeom prst="rect">
            <a:avLst/>
          </a:prstGeom>
          <a:noFill/>
        </p:spPr>
        <p:txBody>
          <a:bodyPr wrap="square" lIns="18288" tIns="9144" rIns="18288" bIns="9144" anchor="t">
            <a:spAutoFit/>
          </a:bodyPr>
          <a:lstStyle/>
          <a:p>
            <a:pPr algn="l">
              <a:defRPr/>
            </a:pPr>
            <a:r>
              <a:rPr sz="1600" b="0" i="0">
                <a:solidFill>
                  <a:srgbClr val="232323"/>
                </a:solidFill>
                <a:latin typeface="Arial"/>
              </a:rPr>
              <a:t>Producción
robustez y control</a:t>
            </a:r>
          </a:p>
        </p:txBody>
      </p:sp>
      <p:sp>
        <p:nvSpPr>
          <p:cNvPr id="23" name="Heterogeneidad"/>
          <p:cNvSpPr/>
          <p:nvPr/>
        </p:nvSpPr>
        <p:spPr>
          <a:xfrm>
            <a:off x="804672" y="4608576"/>
            <a:ext cx="3337560" cy="1325880"/>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4" name="Heterogeneidad_strip"/>
          <p:cNvSpPr/>
          <p:nvPr/>
        </p:nvSpPr>
        <p:spPr>
          <a:xfrm>
            <a:off x="804672" y="4608576"/>
            <a:ext cx="333756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5" name="Heterogeneidad_title"/>
          <p:cNvSpPr txBox="1"/>
          <p:nvPr/>
        </p:nvSpPr>
        <p:spPr>
          <a:xfrm>
            <a:off x="923544" y="4681728"/>
            <a:ext cx="3108960" cy="264688"/>
          </a:xfrm>
          <a:prstGeom prst="rect">
            <a:avLst/>
          </a:prstGeom>
          <a:noFill/>
        </p:spPr>
        <p:txBody>
          <a:bodyPr wrap="square" lIns="18288" tIns="9144" rIns="18288" bIns="9144" anchor="t">
            <a:spAutoFit/>
          </a:bodyPr>
          <a:lstStyle/>
          <a:p>
            <a:pPr algn="ctr">
              <a:defRPr/>
            </a:pPr>
            <a:r>
              <a:rPr sz="1600" b="1" i="0">
                <a:solidFill>
                  <a:srgbClr val="FFFFFF"/>
                </a:solidFill>
                <a:latin typeface="Arial"/>
              </a:rPr>
              <a:t>Heterogeneidad</a:t>
            </a:r>
          </a:p>
        </p:txBody>
      </p:sp>
      <p:sp>
        <p:nvSpPr>
          <p:cNvPr id="26" name="Heterogeneidad_body"/>
          <p:cNvSpPr txBox="1"/>
          <p:nvPr/>
        </p:nvSpPr>
        <p:spPr>
          <a:xfrm>
            <a:off x="969264" y="5047488"/>
            <a:ext cx="3017520" cy="757130"/>
          </a:xfrm>
          <a:prstGeom prst="rect">
            <a:avLst/>
          </a:prstGeom>
          <a:noFill/>
        </p:spPr>
        <p:txBody>
          <a:bodyPr wrap="square" lIns="18288" tIns="9144" rIns="18288" bIns="9144" anchor="t">
            <a:spAutoFit/>
          </a:bodyPr>
          <a:lstStyle/>
          <a:p>
            <a:pPr algn="l">
              <a:defRPr/>
            </a:pPr>
            <a:r>
              <a:rPr sz="1600" b="0" i="0">
                <a:solidFill>
                  <a:srgbClr val="232323"/>
                </a:solidFill>
                <a:latin typeface="Arial"/>
              </a:rPr>
              <a:t>Variables, sensores, actuadores y terminología cambian entre sistemas.</a:t>
            </a:r>
          </a:p>
        </p:txBody>
      </p:sp>
      <p:sp>
        <p:nvSpPr>
          <p:cNvPr id="27" name="Interoperabilidad"/>
          <p:cNvSpPr/>
          <p:nvPr/>
        </p:nvSpPr>
        <p:spPr>
          <a:xfrm>
            <a:off x="4462272" y="4608576"/>
            <a:ext cx="3337560" cy="1325880"/>
          </a:xfrm>
          <a:prstGeom prst="roundRect">
            <a:avLst/>
          </a:prstGeom>
          <a:solidFill>
            <a:srgbClr val="E8F8EA"/>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8" name="Interoperabilidad_strip"/>
          <p:cNvSpPr/>
          <p:nvPr/>
        </p:nvSpPr>
        <p:spPr>
          <a:xfrm>
            <a:off x="4462272" y="4608576"/>
            <a:ext cx="3337560" cy="320040"/>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9" name="Interoperabilidad_title"/>
          <p:cNvSpPr txBox="1"/>
          <p:nvPr/>
        </p:nvSpPr>
        <p:spPr>
          <a:xfrm>
            <a:off x="4581144" y="4681728"/>
            <a:ext cx="3108960" cy="264688"/>
          </a:xfrm>
          <a:prstGeom prst="rect">
            <a:avLst/>
          </a:prstGeom>
          <a:noFill/>
        </p:spPr>
        <p:txBody>
          <a:bodyPr wrap="square" lIns="18288" tIns="9144" rIns="18288" bIns="9144" anchor="t">
            <a:spAutoFit/>
          </a:bodyPr>
          <a:lstStyle/>
          <a:p>
            <a:pPr algn="ctr">
              <a:defRPr/>
            </a:pPr>
            <a:r>
              <a:rPr sz="1600" b="1" i="0">
                <a:solidFill>
                  <a:srgbClr val="FFFFFF"/>
                </a:solidFill>
                <a:latin typeface="Arial"/>
              </a:rPr>
              <a:t>Interoperabilidad</a:t>
            </a:r>
          </a:p>
        </p:txBody>
      </p:sp>
      <p:sp>
        <p:nvSpPr>
          <p:cNvPr id="30" name="Interoperabilidad_body"/>
          <p:cNvSpPr txBox="1"/>
          <p:nvPr/>
        </p:nvSpPr>
        <p:spPr>
          <a:xfrm>
            <a:off x="4626863" y="5047488"/>
            <a:ext cx="3017520" cy="757130"/>
          </a:xfrm>
          <a:prstGeom prst="rect">
            <a:avLst/>
          </a:prstGeom>
          <a:noFill/>
        </p:spPr>
        <p:txBody>
          <a:bodyPr wrap="square" lIns="18288" tIns="9144" rIns="18288" bIns="9144" anchor="t">
            <a:spAutoFit/>
          </a:bodyPr>
          <a:lstStyle/>
          <a:p>
            <a:pPr algn="l">
              <a:defRPr/>
            </a:pPr>
            <a:r>
              <a:rPr sz="1600" b="0" i="0">
                <a:solidFill>
                  <a:srgbClr val="232323"/>
                </a:solidFill>
                <a:latin typeface="Arial"/>
              </a:rPr>
              <a:t>Se requiere una representación común que pueda ser leída por humanos y máquinas.</a:t>
            </a:r>
          </a:p>
        </p:txBody>
      </p:sp>
      <p:sp>
        <p:nvSpPr>
          <p:cNvPr id="31" name="Trazabilidad"/>
          <p:cNvSpPr/>
          <p:nvPr/>
        </p:nvSpPr>
        <p:spPr>
          <a:xfrm>
            <a:off x="8119872" y="4608576"/>
            <a:ext cx="2971800" cy="1325880"/>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32" name="Trazabilidad_strip"/>
          <p:cNvSpPr/>
          <p:nvPr/>
        </p:nvSpPr>
        <p:spPr>
          <a:xfrm>
            <a:off x="8119872" y="4608576"/>
            <a:ext cx="2971800" cy="320040"/>
          </a:xfrm>
          <a:prstGeom prst="roundRect">
            <a:avLst/>
          </a:prstGeom>
          <a:solidFill>
            <a:srgbClr val="F66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33" name="Trazabilidad_title"/>
          <p:cNvSpPr txBox="1"/>
          <p:nvPr/>
        </p:nvSpPr>
        <p:spPr>
          <a:xfrm>
            <a:off x="8238744" y="4681728"/>
            <a:ext cx="2743200" cy="264688"/>
          </a:xfrm>
          <a:prstGeom prst="rect">
            <a:avLst/>
          </a:prstGeom>
          <a:noFill/>
        </p:spPr>
        <p:txBody>
          <a:bodyPr wrap="square" lIns="18288" tIns="9144" rIns="18288" bIns="9144" anchor="t">
            <a:spAutoFit/>
          </a:bodyPr>
          <a:lstStyle/>
          <a:p>
            <a:pPr algn="ctr">
              <a:defRPr/>
            </a:pPr>
            <a:r>
              <a:rPr sz="1600" b="1" i="0">
                <a:solidFill>
                  <a:srgbClr val="FFFFFF"/>
                </a:solidFill>
                <a:latin typeface="Arial"/>
              </a:rPr>
              <a:t>Trazabilidad</a:t>
            </a:r>
          </a:p>
        </p:txBody>
      </p:sp>
      <p:sp>
        <p:nvSpPr>
          <p:cNvPr id="34" name="Trazabilidad_body"/>
          <p:cNvSpPr txBox="1"/>
          <p:nvPr/>
        </p:nvSpPr>
        <p:spPr>
          <a:xfrm>
            <a:off x="8284463" y="5047488"/>
            <a:ext cx="2651760" cy="757130"/>
          </a:xfrm>
          <a:prstGeom prst="rect">
            <a:avLst/>
          </a:prstGeom>
          <a:noFill/>
        </p:spPr>
        <p:txBody>
          <a:bodyPr wrap="square" lIns="18288" tIns="9144" rIns="18288" bIns="9144" anchor="t">
            <a:spAutoFit/>
          </a:bodyPr>
          <a:lstStyle/>
          <a:p>
            <a:pPr algn="l">
              <a:defRPr/>
            </a:pPr>
            <a:r>
              <a:rPr sz="1600" b="0" i="0">
                <a:solidFill>
                  <a:srgbClr val="232323"/>
                </a:solidFill>
                <a:latin typeface="Arial"/>
              </a:rPr>
              <a:t>Cada afirmación debe conectarse con evidencia documental verificable.</a:t>
            </a:r>
          </a:p>
        </p:txBody>
      </p:sp>
      <p:sp>
        <p:nvSpPr>
          <p:cNvPr id="35"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 README del </a:t>
            </a:r>
            <a:r>
              <a:rPr sz="1100" b="0" i="0" dirty="0" err="1">
                <a:solidFill>
                  <a:srgbClr val="464646"/>
                </a:solidFill>
                <a:latin typeface="Arial"/>
                <a:hlinkClick r:id="rId3"/>
              </a:rPr>
              <a:t>proyecto</a:t>
            </a:r>
            <a:r>
              <a:rPr sz="1100" b="0" i="0" dirty="0">
                <a:solidFill>
                  <a:srgbClr val="464646"/>
                </a:solidFill>
                <a:latin typeface="Arial"/>
                <a:hlinkClick r:id="rId3"/>
              </a:rPr>
              <a:t> y prompt maestro de </a:t>
            </a:r>
            <a:r>
              <a:rPr sz="1100" b="0" i="0" dirty="0" err="1">
                <a:solidFill>
                  <a:srgbClr val="464646"/>
                </a:solidFill>
                <a:latin typeface="Arial"/>
                <a:hlinkClick r:id="rId3"/>
              </a:rPr>
              <a:t>construcción</a:t>
            </a:r>
            <a:r>
              <a:rPr sz="1100" b="0" i="0" dirty="0">
                <a:solidFill>
                  <a:srgbClr val="464646"/>
                </a:solidFill>
                <a:latin typeface="Arial"/>
                <a:hlinkClick r:id="rId3"/>
              </a:rPr>
              <a:t> de corpus.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685800" y="818388"/>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Problema</a:t>
            </a:r>
            <a:r>
              <a:rPr b="0" i="0" dirty="0">
                <a:solidFill>
                  <a:srgbClr val="4949EE"/>
                </a:solidFill>
                <a:latin typeface="Arial"/>
              </a:rPr>
              <a:t> y </a:t>
            </a:r>
            <a:r>
              <a:rPr b="0" i="0" dirty="0" err="1">
                <a:solidFill>
                  <a:srgbClr val="4949EE"/>
                </a:solidFill>
                <a:latin typeface="Arial"/>
              </a:rPr>
              <a:t>objetivo</a:t>
            </a:r>
            <a:r>
              <a:rPr b="0" i="0" dirty="0">
                <a:solidFill>
                  <a:srgbClr val="4949EE"/>
                </a:solidFill>
                <a:latin typeface="Arial"/>
              </a:rPr>
              <a:t> de </a:t>
            </a:r>
            <a:r>
              <a:rPr b="0" i="0" dirty="0" err="1">
                <a:solidFill>
                  <a:srgbClr val="4949EE"/>
                </a:solidFill>
                <a:latin typeface="Arial"/>
              </a:rPr>
              <a:t>investigación</a:t>
            </a:r>
            <a:endParaRPr b="0" i="0" dirty="0">
              <a:solidFill>
                <a:srgbClr val="4949EE"/>
              </a:solidFill>
              <a:latin typeface="Arial"/>
            </a:endParaRPr>
          </a:p>
        </p:txBody>
      </p:sp>
      <p:sp>
        <p:nvSpPr>
          <p:cNvPr id="6" name="Problema central"/>
          <p:cNvSpPr/>
          <p:nvPr/>
        </p:nvSpPr>
        <p:spPr>
          <a:xfrm>
            <a:off x="580580" y="1484884"/>
            <a:ext cx="5074920" cy="4195480"/>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7" name="Problema central_strip"/>
          <p:cNvSpPr/>
          <p:nvPr/>
        </p:nvSpPr>
        <p:spPr>
          <a:xfrm>
            <a:off x="580580" y="1484884"/>
            <a:ext cx="507492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8" name="Problema central_title"/>
          <p:cNvSpPr txBox="1"/>
          <p:nvPr/>
        </p:nvSpPr>
        <p:spPr>
          <a:xfrm>
            <a:off x="699452" y="1508653"/>
            <a:ext cx="4846320" cy="295466"/>
          </a:xfrm>
          <a:prstGeom prst="rect">
            <a:avLst/>
          </a:prstGeom>
          <a:noFill/>
        </p:spPr>
        <p:txBody>
          <a:bodyPr wrap="square" lIns="18288" tIns="9144" rIns="18288" bIns="9144" anchor="t">
            <a:spAutoFit/>
          </a:bodyPr>
          <a:lstStyle/>
          <a:p>
            <a:pPr algn="ctr">
              <a:defRPr/>
            </a:pPr>
            <a:r>
              <a:rPr sz="1800" b="1" i="0" dirty="0" err="1">
                <a:solidFill>
                  <a:srgbClr val="FFFFFF"/>
                </a:solidFill>
                <a:latin typeface="Arial"/>
              </a:rPr>
              <a:t>Problema</a:t>
            </a:r>
            <a:r>
              <a:rPr sz="1800" b="1" i="0" dirty="0">
                <a:solidFill>
                  <a:srgbClr val="FFFFFF"/>
                </a:solidFill>
                <a:latin typeface="Arial"/>
              </a:rPr>
              <a:t> central</a:t>
            </a:r>
          </a:p>
        </p:txBody>
      </p:sp>
      <p:sp>
        <p:nvSpPr>
          <p:cNvPr id="9" name="Problema central_body"/>
          <p:cNvSpPr txBox="1"/>
          <p:nvPr/>
        </p:nvSpPr>
        <p:spPr>
          <a:xfrm>
            <a:off x="745172" y="1923796"/>
            <a:ext cx="4754880" cy="2511457"/>
          </a:xfrm>
          <a:prstGeom prst="rect">
            <a:avLst/>
          </a:prstGeom>
          <a:noFill/>
        </p:spPr>
        <p:txBody>
          <a:bodyPr wrap="square" lIns="18288" tIns="9144" rIns="18288" bIns="9144" anchor="t">
            <a:spAutoFit/>
          </a:bodyPr>
          <a:lstStyle/>
          <a:p>
            <a:pPr algn="l">
              <a:defRPr/>
            </a:pPr>
            <a:r>
              <a:rPr sz="1800" b="0" i="0" dirty="0">
                <a:solidFill>
                  <a:srgbClr val="232323"/>
                </a:solidFill>
                <a:latin typeface="Arial"/>
              </a:rPr>
              <a:t>La </a:t>
            </a:r>
            <a:r>
              <a:rPr sz="1800" b="0" i="0" dirty="0" err="1">
                <a:solidFill>
                  <a:srgbClr val="232323"/>
                </a:solidFill>
                <a:latin typeface="Arial"/>
              </a:rPr>
              <a:t>información</a:t>
            </a:r>
            <a:r>
              <a:rPr sz="1800" b="0" i="0" dirty="0">
                <a:solidFill>
                  <a:srgbClr val="232323"/>
                </a:solidFill>
                <a:latin typeface="Arial"/>
              </a:rPr>
              <a:t> </a:t>
            </a:r>
            <a:r>
              <a:rPr sz="1800" b="0" i="0" dirty="0" err="1">
                <a:solidFill>
                  <a:srgbClr val="232323"/>
                </a:solidFill>
                <a:latin typeface="Arial"/>
              </a:rPr>
              <a:t>sobre</a:t>
            </a:r>
            <a:r>
              <a:rPr sz="1800" b="0" i="0" dirty="0">
                <a:solidFill>
                  <a:srgbClr val="232323"/>
                </a:solidFill>
                <a:latin typeface="Arial"/>
              </a:rPr>
              <a:t> </a:t>
            </a:r>
            <a:r>
              <a:rPr sz="1800" b="0" i="0" dirty="0" err="1">
                <a:solidFill>
                  <a:srgbClr val="232323"/>
                </a:solidFill>
                <a:latin typeface="Arial"/>
              </a:rPr>
              <a:t>biorreactores</a:t>
            </a:r>
            <a:r>
              <a:rPr sz="1800" b="0" i="0" dirty="0">
                <a:solidFill>
                  <a:srgbClr val="232323"/>
                </a:solidFill>
                <a:latin typeface="Arial"/>
              </a:rPr>
              <a:t> </a:t>
            </a:r>
            <a:r>
              <a:rPr sz="1800" b="0" i="0" dirty="0" err="1">
                <a:solidFill>
                  <a:srgbClr val="232323"/>
                </a:solidFill>
                <a:latin typeface="Arial"/>
              </a:rPr>
              <a:t>multiescala</a:t>
            </a:r>
            <a:r>
              <a:rPr sz="1800" b="0" i="0" dirty="0">
                <a:solidFill>
                  <a:srgbClr val="232323"/>
                </a:solidFill>
                <a:latin typeface="Arial"/>
              </a:rPr>
              <a:t> </a:t>
            </a:r>
            <a:r>
              <a:rPr sz="1800" b="0" i="0" dirty="0" err="1">
                <a:solidFill>
                  <a:srgbClr val="232323"/>
                </a:solidFill>
                <a:latin typeface="Arial"/>
              </a:rPr>
              <a:t>está</a:t>
            </a:r>
            <a:r>
              <a:rPr sz="1800" b="0" i="0" dirty="0">
                <a:solidFill>
                  <a:srgbClr val="232323"/>
                </a:solidFill>
                <a:latin typeface="Arial"/>
              </a:rPr>
              <a:t> </a:t>
            </a:r>
            <a:r>
              <a:rPr sz="1800" b="0" i="0" dirty="0" err="1">
                <a:solidFill>
                  <a:srgbClr val="232323"/>
                </a:solidFill>
                <a:latin typeface="Arial"/>
              </a:rPr>
              <a:t>distribuida</a:t>
            </a:r>
            <a:r>
              <a:rPr sz="1800" b="0" i="0" dirty="0">
                <a:solidFill>
                  <a:srgbClr val="232323"/>
                </a:solidFill>
                <a:latin typeface="Arial"/>
              </a:rPr>
              <a:t> </a:t>
            </a:r>
            <a:r>
              <a:rPr sz="1800" b="0" i="0" dirty="0" err="1">
                <a:solidFill>
                  <a:srgbClr val="232323"/>
                </a:solidFill>
                <a:latin typeface="Arial"/>
              </a:rPr>
              <a:t>en</a:t>
            </a:r>
            <a:r>
              <a:rPr sz="1800" b="0" i="0" dirty="0">
                <a:solidFill>
                  <a:srgbClr val="232323"/>
                </a:solidFill>
                <a:latin typeface="Arial"/>
              </a:rPr>
              <a:t> </a:t>
            </a:r>
            <a:r>
              <a:rPr sz="1800" b="0" i="0" dirty="0" err="1">
                <a:solidFill>
                  <a:srgbClr val="232323"/>
                </a:solidFill>
                <a:latin typeface="Arial"/>
              </a:rPr>
              <a:t>documentos</a:t>
            </a:r>
            <a:r>
              <a:rPr sz="1800" b="0" i="0" dirty="0">
                <a:solidFill>
                  <a:srgbClr val="232323"/>
                </a:solidFill>
                <a:latin typeface="Arial"/>
              </a:rPr>
              <a:t> </a:t>
            </a:r>
            <a:r>
              <a:rPr sz="1800" b="0" i="0" dirty="0" err="1">
                <a:solidFill>
                  <a:srgbClr val="232323"/>
                </a:solidFill>
                <a:latin typeface="Arial"/>
              </a:rPr>
              <a:t>técnicos</a:t>
            </a:r>
            <a:r>
              <a:rPr sz="1800" b="0" i="0" dirty="0">
                <a:solidFill>
                  <a:srgbClr val="232323"/>
                </a:solidFill>
                <a:latin typeface="Arial"/>
              </a:rPr>
              <a:t> y </a:t>
            </a:r>
            <a:r>
              <a:rPr sz="1800" b="0" i="0" dirty="0" err="1">
                <a:solidFill>
                  <a:srgbClr val="232323"/>
                </a:solidFill>
                <a:latin typeface="Arial"/>
              </a:rPr>
              <a:t>científicos</a:t>
            </a:r>
            <a:r>
              <a:rPr sz="1800" b="0" i="0" dirty="0">
                <a:solidFill>
                  <a:srgbClr val="232323"/>
                </a:solidFill>
                <a:latin typeface="Arial"/>
              </a:rPr>
              <a:t>, con </a:t>
            </a:r>
            <a:r>
              <a:rPr sz="1800" b="0" i="0" dirty="0" err="1">
                <a:solidFill>
                  <a:srgbClr val="232323"/>
                </a:solidFill>
                <a:latin typeface="Arial"/>
              </a:rPr>
              <a:t>diferencias</a:t>
            </a:r>
            <a:r>
              <a:rPr sz="1800" b="0" i="0" dirty="0">
                <a:solidFill>
                  <a:srgbClr val="232323"/>
                </a:solidFill>
                <a:latin typeface="Arial"/>
              </a:rPr>
              <a:t> de </a:t>
            </a:r>
            <a:r>
              <a:rPr sz="1800" b="0" i="0" dirty="0" err="1">
                <a:solidFill>
                  <a:srgbClr val="232323"/>
                </a:solidFill>
                <a:latin typeface="Arial"/>
              </a:rPr>
              <a:t>terminología</a:t>
            </a:r>
            <a:r>
              <a:rPr sz="1800" b="0" i="0" dirty="0">
                <a:solidFill>
                  <a:srgbClr val="232323"/>
                </a:solidFill>
                <a:latin typeface="Arial"/>
              </a:rPr>
              <a:t>, </a:t>
            </a:r>
            <a:r>
              <a:rPr sz="1800" b="0" i="0" dirty="0" err="1">
                <a:solidFill>
                  <a:srgbClr val="232323"/>
                </a:solidFill>
                <a:latin typeface="Arial"/>
              </a:rPr>
              <a:t>instrumentación</a:t>
            </a:r>
            <a:r>
              <a:rPr sz="1800" b="0" i="0" dirty="0">
                <a:solidFill>
                  <a:srgbClr val="232323"/>
                </a:solidFill>
                <a:latin typeface="Arial"/>
              </a:rPr>
              <a:t> y </a:t>
            </a:r>
            <a:r>
              <a:rPr sz="1800" b="0" i="0" dirty="0" err="1">
                <a:solidFill>
                  <a:srgbClr val="232323"/>
                </a:solidFill>
                <a:latin typeface="Arial"/>
              </a:rPr>
              <a:t>nivel</a:t>
            </a:r>
            <a:r>
              <a:rPr sz="1800" b="0" i="0" dirty="0">
                <a:solidFill>
                  <a:srgbClr val="232323"/>
                </a:solidFill>
                <a:latin typeface="Arial"/>
              </a:rPr>
              <a:t> de </a:t>
            </a:r>
            <a:r>
              <a:rPr sz="1800" b="0" i="0" dirty="0" err="1">
                <a:solidFill>
                  <a:srgbClr val="232323"/>
                </a:solidFill>
                <a:latin typeface="Arial"/>
              </a:rPr>
              <a:t>detalle</a:t>
            </a:r>
            <a:r>
              <a:rPr sz="1800" b="0" i="0" dirty="0">
                <a:solidFill>
                  <a:srgbClr val="232323"/>
                </a:solidFill>
                <a:latin typeface="Arial"/>
              </a:rPr>
              <a:t>.
</a:t>
            </a:r>
            <a:r>
              <a:rPr sz="1800" b="0" i="0" dirty="0" err="1">
                <a:solidFill>
                  <a:srgbClr val="232323"/>
                </a:solidFill>
                <a:latin typeface="Arial"/>
              </a:rPr>
              <a:t>Esto</a:t>
            </a:r>
            <a:r>
              <a:rPr sz="1800" b="0" i="0" dirty="0">
                <a:solidFill>
                  <a:srgbClr val="232323"/>
                </a:solidFill>
                <a:latin typeface="Arial"/>
              </a:rPr>
              <a:t> </a:t>
            </a:r>
            <a:r>
              <a:rPr sz="1800" b="0" i="0" dirty="0" err="1">
                <a:solidFill>
                  <a:srgbClr val="232323"/>
                </a:solidFill>
                <a:latin typeface="Arial"/>
              </a:rPr>
              <a:t>dificulta</a:t>
            </a:r>
            <a:r>
              <a:rPr sz="1800" b="0" i="0" dirty="0">
                <a:solidFill>
                  <a:srgbClr val="232323"/>
                </a:solidFill>
                <a:latin typeface="Arial"/>
              </a:rPr>
              <a:t> </a:t>
            </a:r>
            <a:r>
              <a:rPr sz="1800" b="0" i="0" dirty="0" err="1">
                <a:solidFill>
                  <a:srgbClr val="232323"/>
                </a:solidFill>
                <a:latin typeface="Arial"/>
              </a:rPr>
              <a:t>comparar</a:t>
            </a:r>
            <a:r>
              <a:rPr sz="1800" b="0" i="0" dirty="0">
                <a:solidFill>
                  <a:srgbClr val="232323"/>
                </a:solidFill>
                <a:latin typeface="Arial"/>
              </a:rPr>
              <a:t> </a:t>
            </a:r>
            <a:r>
              <a:rPr sz="1800" b="0" i="0" dirty="0" err="1">
                <a:solidFill>
                  <a:srgbClr val="232323"/>
                </a:solidFill>
                <a:latin typeface="Arial"/>
              </a:rPr>
              <a:t>sistemas</a:t>
            </a:r>
            <a:r>
              <a:rPr sz="1800" b="0" i="0" dirty="0">
                <a:solidFill>
                  <a:srgbClr val="232323"/>
                </a:solidFill>
                <a:latin typeface="Arial"/>
              </a:rPr>
              <a:t>, </a:t>
            </a:r>
            <a:r>
              <a:rPr sz="1800" b="0" i="0" dirty="0" err="1">
                <a:solidFill>
                  <a:srgbClr val="232323"/>
                </a:solidFill>
                <a:latin typeface="Arial"/>
              </a:rPr>
              <a:t>reutilizar</a:t>
            </a:r>
            <a:r>
              <a:rPr sz="1800" b="0" i="0" dirty="0">
                <a:solidFill>
                  <a:srgbClr val="232323"/>
                </a:solidFill>
                <a:latin typeface="Arial"/>
              </a:rPr>
              <a:t> </a:t>
            </a:r>
            <a:r>
              <a:rPr sz="1800" b="0" i="0" dirty="0" err="1">
                <a:solidFill>
                  <a:srgbClr val="232323"/>
                </a:solidFill>
                <a:latin typeface="Arial"/>
              </a:rPr>
              <a:t>conocimiento</a:t>
            </a:r>
            <a:r>
              <a:rPr sz="1800" b="0" i="0" dirty="0">
                <a:solidFill>
                  <a:srgbClr val="232323"/>
                </a:solidFill>
                <a:latin typeface="Arial"/>
              </a:rPr>
              <a:t> y </a:t>
            </a:r>
            <a:r>
              <a:rPr sz="1800" b="0" i="0" dirty="0" err="1">
                <a:solidFill>
                  <a:srgbClr val="232323"/>
                </a:solidFill>
                <a:latin typeface="Arial"/>
              </a:rPr>
              <a:t>mapear</a:t>
            </a:r>
            <a:r>
              <a:rPr sz="1800" b="0" i="0" dirty="0">
                <a:solidFill>
                  <a:srgbClr val="232323"/>
                </a:solidFill>
                <a:latin typeface="Arial"/>
              </a:rPr>
              <a:t> variables </a:t>
            </a:r>
            <a:r>
              <a:rPr sz="1800" b="0" i="0" dirty="0" err="1">
                <a:solidFill>
                  <a:srgbClr val="232323"/>
                </a:solidFill>
                <a:latin typeface="Arial"/>
              </a:rPr>
              <a:t>equivalentes</a:t>
            </a:r>
            <a:r>
              <a:rPr sz="1800" b="0" i="0" dirty="0">
                <a:solidFill>
                  <a:srgbClr val="232323"/>
                </a:solidFill>
                <a:latin typeface="Arial"/>
              </a:rPr>
              <a:t> entre </a:t>
            </a:r>
            <a:r>
              <a:rPr sz="1800" b="0" i="0" dirty="0" err="1">
                <a:solidFill>
                  <a:srgbClr val="232323"/>
                </a:solidFill>
                <a:latin typeface="Arial"/>
              </a:rPr>
              <a:t>escalas</a:t>
            </a:r>
            <a:r>
              <a:rPr sz="1800" b="0" i="0" dirty="0">
                <a:solidFill>
                  <a:srgbClr val="232323"/>
                </a:solidFill>
                <a:latin typeface="Arial"/>
              </a:rPr>
              <a:t>.</a:t>
            </a:r>
          </a:p>
        </p:txBody>
      </p:sp>
      <p:sp>
        <p:nvSpPr>
          <p:cNvPr id="10" name="Objetivo documentado"/>
          <p:cNvSpPr/>
          <p:nvPr/>
        </p:nvSpPr>
        <p:spPr>
          <a:xfrm>
            <a:off x="5975540" y="1484884"/>
            <a:ext cx="5074920" cy="4195480"/>
          </a:xfrm>
          <a:prstGeom prst="roundRect">
            <a:avLst/>
          </a:prstGeom>
          <a:solidFill>
            <a:srgbClr val="FFFFFF"/>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11" name="Objetivo documentado_strip"/>
          <p:cNvSpPr/>
          <p:nvPr/>
        </p:nvSpPr>
        <p:spPr>
          <a:xfrm>
            <a:off x="5975540" y="1484884"/>
            <a:ext cx="5074920" cy="320040"/>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12" name="Objetivo documentado_title"/>
          <p:cNvSpPr txBox="1"/>
          <p:nvPr/>
        </p:nvSpPr>
        <p:spPr>
          <a:xfrm>
            <a:off x="6094412" y="1508653"/>
            <a:ext cx="4846320" cy="295466"/>
          </a:xfrm>
          <a:prstGeom prst="rect">
            <a:avLst/>
          </a:prstGeom>
          <a:noFill/>
        </p:spPr>
        <p:txBody>
          <a:bodyPr wrap="square" lIns="18288" tIns="9144" rIns="18288" bIns="9144" anchor="t">
            <a:spAutoFit/>
          </a:bodyPr>
          <a:lstStyle/>
          <a:p>
            <a:pPr algn="ctr">
              <a:defRPr/>
            </a:pPr>
            <a:r>
              <a:rPr sz="1800" b="1" i="0" dirty="0" err="1">
                <a:solidFill>
                  <a:srgbClr val="FFFFFF"/>
                </a:solidFill>
                <a:latin typeface="Arial"/>
              </a:rPr>
              <a:t>Objetivo</a:t>
            </a:r>
            <a:r>
              <a:rPr sz="1800" b="1" i="0" dirty="0">
                <a:solidFill>
                  <a:srgbClr val="FFFFFF"/>
                </a:solidFill>
                <a:latin typeface="Arial"/>
              </a:rPr>
              <a:t> </a:t>
            </a:r>
            <a:r>
              <a:rPr sz="1800" b="1" i="0" dirty="0" err="1">
                <a:solidFill>
                  <a:srgbClr val="FFFFFF"/>
                </a:solidFill>
                <a:latin typeface="Arial"/>
              </a:rPr>
              <a:t>documentado</a:t>
            </a:r>
            <a:endParaRPr sz="1800" b="1" i="0" dirty="0">
              <a:solidFill>
                <a:srgbClr val="FFFFFF"/>
              </a:solidFill>
              <a:latin typeface="Arial"/>
            </a:endParaRPr>
          </a:p>
        </p:txBody>
      </p:sp>
      <p:sp>
        <p:nvSpPr>
          <p:cNvPr id="13" name="Objetivo documentado_body"/>
          <p:cNvSpPr txBox="1"/>
          <p:nvPr/>
        </p:nvSpPr>
        <p:spPr>
          <a:xfrm>
            <a:off x="6140132" y="1923796"/>
            <a:ext cx="4754880" cy="3619452"/>
          </a:xfrm>
          <a:prstGeom prst="rect">
            <a:avLst/>
          </a:prstGeom>
          <a:noFill/>
        </p:spPr>
        <p:txBody>
          <a:bodyPr wrap="square" lIns="18288" tIns="9144" rIns="18288" bIns="9144" anchor="t">
            <a:spAutoFit/>
          </a:bodyPr>
          <a:lstStyle/>
          <a:p>
            <a:pPr algn="l">
              <a:defRPr/>
            </a:pPr>
            <a:r>
              <a:rPr sz="1800" b="0" i="0" dirty="0" err="1">
                <a:solidFill>
                  <a:srgbClr val="232323"/>
                </a:solidFill>
                <a:latin typeface="Arial"/>
              </a:rPr>
              <a:t>Desarrollar</a:t>
            </a:r>
            <a:r>
              <a:rPr sz="1800" b="0" i="0" dirty="0">
                <a:solidFill>
                  <a:srgbClr val="232323"/>
                </a:solidFill>
                <a:latin typeface="Arial"/>
              </a:rPr>
              <a:t> </a:t>
            </a:r>
            <a:r>
              <a:rPr sz="1800" b="0" i="0" dirty="0" err="1">
                <a:solidFill>
                  <a:srgbClr val="232323"/>
                </a:solidFill>
                <a:latin typeface="Arial"/>
              </a:rPr>
              <a:t>una</a:t>
            </a:r>
            <a:r>
              <a:rPr sz="1800" b="0" i="0" dirty="0">
                <a:solidFill>
                  <a:srgbClr val="232323"/>
                </a:solidFill>
                <a:latin typeface="Arial"/>
              </a:rPr>
              <a:t> </a:t>
            </a:r>
            <a:r>
              <a:rPr sz="1800" b="0" i="0" dirty="0" err="1">
                <a:solidFill>
                  <a:srgbClr val="232323"/>
                </a:solidFill>
                <a:latin typeface="Arial"/>
              </a:rPr>
              <a:t>ontología</a:t>
            </a:r>
            <a:r>
              <a:rPr sz="1800" b="0" i="0" dirty="0">
                <a:solidFill>
                  <a:srgbClr val="232323"/>
                </a:solidFill>
                <a:latin typeface="Arial"/>
              </a:rPr>
              <a:t> </a:t>
            </a:r>
            <a:r>
              <a:rPr sz="1800" b="0" i="0" dirty="0" err="1">
                <a:solidFill>
                  <a:srgbClr val="232323"/>
                </a:solidFill>
                <a:latin typeface="Arial"/>
              </a:rPr>
              <a:t>multiescala</a:t>
            </a:r>
            <a:r>
              <a:rPr sz="1800" b="0" i="0" dirty="0">
                <a:solidFill>
                  <a:srgbClr val="232323"/>
                </a:solidFill>
                <a:latin typeface="Arial"/>
              </a:rPr>
              <a:t> de </a:t>
            </a:r>
            <a:r>
              <a:rPr sz="1800" b="0" i="0" dirty="0" err="1">
                <a:solidFill>
                  <a:srgbClr val="232323"/>
                </a:solidFill>
                <a:latin typeface="Arial"/>
              </a:rPr>
              <a:t>bioprocesos</a:t>
            </a:r>
            <a:r>
              <a:rPr sz="1800" b="0" i="0" dirty="0">
                <a:solidFill>
                  <a:srgbClr val="232323"/>
                </a:solidFill>
                <a:latin typeface="Arial"/>
              </a:rPr>
              <a:t> para </a:t>
            </a:r>
            <a:r>
              <a:rPr sz="1800" b="0" i="0" dirty="0" err="1">
                <a:solidFill>
                  <a:srgbClr val="232323"/>
                </a:solidFill>
                <a:latin typeface="Arial"/>
              </a:rPr>
              <a:t>biorreactores</a:t>
            </a:r>
            <a:r>
              <a:rPr sz="1800" b="0" i="0" dirty="0">
                <a:solidFill>
                  <a:srgbClr val="232323"/>
                </a:solidFill>
                <a:latin typeface="Arial"/>
              </a:rPr>
              <a:t> micro/mini, </a:t>
            </a:r>
            <a:r>
              <a:rPr sz="1800" b="0" i="0" dirty="0" err="1">
                <a:solidFill>
                  <a:srgbClr val="232323"/>
                </a:solidFill>
                <a:latin typeface="Arial"/>
              </a:rPr>
              <a:t>laboratorio</a:t>
            </a:r>
            <a:r>
              <a:rPr sz="1800" b="0" i="0" dirty="0">
                <a:solidFill>
                  <a:srgbClr val="232323"/>
                </a:solidFill>
                <a:latin typeface="Arial"/>
              </a:rPr>
              <a:t>, </a:t>
            </a:r>
            <a:r>
              <a:rPr sz="1800" b="0" i="0" dirty="0" err="1">
                <a:solidFill>
                  <a:srgbClr val="232323"/>
                </a:solidFill>
                <a:latin typeface="Arial"/>
              </a:rPr>
              <a:t>piloto</a:t>
            </a:r>
            <a:r>
              <a:rPr sz="1800" b="0" i="0" dirty="0">
                <a:solidFill>
                  <a:srgbClr val="232323"/>
                </a:solidFill>
                <a:latin typeface="Arial"/>
              </a:rPr>
              <a:t> e industrial, </a:t>
            </a:r>
            <a:r>
              <a:rPr sz="1800" b="0" i="0" dirty="0" err="1">
                <a:solidFill>
                  <a:srgbClr val="232323"/>
                </a:solidFill>
                <a:latin typeface="Arial"/>
              </a:rPr>
              <a:t>usando</a:t>
            </a:r>
            <a:r>
              <a:rPr sz="1800" b="0" i="0" dirty="0">
                <a:solidFill>
                  <a:srgbClr val="232323"/>
                </a:solidFill>
                <a:latin typeface="Arial"/>
              </a:rPr>
              <a:t> al </a:t>
            </a:r>
            <a:r>
              <a:rPr sz="1800" b="0" i="0" dirty="0" err="1">
                <a:solidFill>
                  <a:srgbClr val="232323"/>
                </a:solidFill>
                <a:latin typeface="Arial"/>
              </a:rPr>
              <a:t>menos</a:t>
            </a:r>
            <a:r>
              <a:rPr sz="1800" b="0" i="0" dirty="0">
                <a:solidFill>
                  <a:srgbClr val="232323"/>
                </a:solidFill>
                <a:latin typeface="Arial"/>
              </a:rPr>
              <a:t> </a:t>
            </a:r>
            <a:r>
              <a:rPr sz="1800" b="0" i="0" dirty="0" err="1">
                <a:solidFill>
                  <a:srgbClr val="232323"/>
                </a:solidFill>
                <a:latin typeface="Arial"/>
              </a:rPr>
              <a:t>tres</a:t>
            </a:r>
            <a:r>
              <a:rPr sz="1800" b="0" i="0" dirty="0">
                <a:solidFill>
                  <a:srgbClr val="232323"/>
                </a:solidFill>
                <a:latin typeface="Arial"/>
              </a:rPr>
              <a:t> LLMs </a:t>
            </a:r>
            <a:r>
              <a:rPr sz="1800" b="0" i="0" dirty="0" err="1">
                <a:solidFill>
                  <a:srgbClr val="232323"/>
                </a:solidFill>
                <a:latin typeface="Arial"/>
              </a:rPr>
              <a:t>como</a:t>
            </a:r>
            <a:r>
              <a:rPr sz="1800" b="0" i="0" dirty="0">
                <a:solidFill>
                  <a:srgbClr val="232323"/>
                </a:solidFill>
                <a:latin typeface="Arial"/>
              </a:rPr>
              <a:t> </a:t>
            </a:r>
            <a:r>
              <a:rPr sz="1800" b="0" i="0" dirty="0" err="1">
                <a:solidFill>
                  <a:srgbClr val="232323"/>
                </a:solidFill>
                <a:latin typeface="Arial"/>
              </a:rPr>
              <a:t>asistentes</a:t>
            </a:r>
            <a:r>
              <a:rPr sz="1800" b="0" i="0" dirty="0">
                <a:solidFill>
                  <a:srgbClr val="232323"/>
                </a:solidFill>
                <a:latin typeface="Arial"/>
              </a:rPr>
              <a:t>.
</a:t>
            </a:r>
            <a:r>
              <a:rPr sz="1800" b="0" i="0" dirty="0" err="1">
                <a:solidFill>
                  <a:srgbClr val="232323"/>
                </a:solidFill>
                <a:latin typeface="Arial"/>
              </a:rPr>
              <a:t>Objetivos</a:t>
            </a:r>
            <a:r>
              <a:rPr sz="1800" b="0" i="0" dirty="0">
                <a:solidFill>
                  <a:srgbClr val="232323"/>
                </a:solidFill>
                <a:latin typeface="Arial"/>
              </a:rPr>
              <a:t> </a:t>
            </a:r>
            <a:r>
              <a:rPr sz="1800" b="0" i="0" dirty="0" err="1">
                <a:solidFill>
                  <a:srgbClr val="232323"/>
                </a:solidFill>
                <a:latin typeface="Arial"/>
              </a:rPr>
              <a:t>específicos</a:t>
            </a:r>
            <a:r>
              <a:rPr sz="1800" b="0" i="0" dirty="0">
                <a:solidFill>
                  <a:srgbClr val="232323"/>
                </a:solidFill>
                <a:latin typeface="Arial"/>
              </a:rPr>
              <a:t>:
• </a:t>
            </a:r>
            <a:r>
              <a:rPr lang="es-ES" sz="1800" dirty="0">
                <a:solidFill>
                  <a:srgbClr val="232323"/>
                </a:solidFill>
                <a:latin typeface="Arial"/>
              </a:rPr>
              <a:t>D</a:t>
            </a:r>
            <a:r>
              <a:rPr sz="1800" b="0" i="0" dirty="0" err="1">
                <a:solidFill>
                  <a:srgbClr val="232323"/>
                </a:solidFill>
                <a:latin typeface="Arial"/>
              </a:rPr>
              <a:t>efinir</a:t>
            </a:r>
            <a:r>
              <a:rPr sz="1800" b="0" i="0" dirty="0">
                <a:solidFill>
                  <a:srgbClr val="232323"/>
                </a:solidFill>
                <a:latin typeface="Arial"/>
              </a:rPr>
              <a:t> </a:t>
            </a:r>
            <a:r>
              <a:rPr sz="1800" b="0" i="0" dirty="0" err="1">
                <a:solidFill>
                  <a:srgbClr val="232323"/>
                </a:solidFill>
                <a:latin typeface="Arial"/>
              </a:rPr>
              <a:t>alcance</a:t>
            </a:r>
            <a:r>
              <a:rPr sz="1800" b="0" i="0" dirty="0">
                <a:solidFill>
                  <a:srgbClr val="232323"/>
                </a:solidFill>
                <a:latin typeface="Arial"/>
              </a:rPr>
              <a:t> y </a:t>
            </a:r>
            <a:r>
              <a:rPr sz="1800" b="0" i="0" dirty="0" err="1">
                <a:solidFill>
                  <a:srgbClr val="232323"/>
                </a:solidFill>
                <a:latin typeface="Arial"/>
              </a:rPr>
              <a:t>preguntas</a:t>
            </a:r>
            <a:r>
              <a:rPr sz="1800" b="0" i="0" dirty="0">
                <a:solidFill>
                  <a:srgbClr val="232323"/>
                </a:solidFill>
                <a:latin typeface="Arial"/>
              </a:rPr>
              <a:t> de </a:t>
            </a:r>
            <a:r>
              <a:rPr sz="1800" b="0" i="0" dirty="0" err="1">
                <a:solidFill>
                  <a:srgbClr val="232323"/>
                </a:solidFill>
                <a:latin typeface="Arial"/>
              </a:rPr>
              <a:t>competencia</a:t>
            </a:r>
            <a:r>
              <a:rPr sz="1800" b="0" i="0" dirty="0">
                <a:solidFill>
                  <a:srgbClr val="232323"/>
                </a:solidFill>
                <a:latin typeface="Arial"/>
              </a:rPr>
              <a:t>;
• </a:t>
            </a:r>
            <a:r>
              <a:rPr lang="es-ES" sz="1800" dirty="0">
                <a:solidFill>
                  <a:srgbClr val="232323"/>
                </a:solidFill>
                <a:latin typeface="Arial"/>
              </a:rPr>
              <a:t>G</a:t>
            </a:r>
            <a:r>
              <a:rPr sz="1800" b="0" i="0" dirty="0" err="1">
                <a:solidFill>
                  <a:srgbClr val="232323"/>
                </a:solidFill>
                <a:latin typeface="Arial"/>
              </a:rPr>
              <a:t>enerar</a:t>
            </a:r>
            <a:r>
              <a:rPr sz="1800" b="0" i="0" dirty="0">
                <a:solidFill>
                  <a:srgbClr val="232323"/>
                </a:solidFill>
                <a:latin typeface="Arial"/>
              </a:rPr>
              <a:t> </a:t>
            </a:r>
            <a:r>
              <a:rPr sz="1800" b="0" i="0" dirty="0" err="1">
                <a:solidFill>
                  <a:srgbClr val="232323"/>
                </a:solidFill>
                <a:latin typeface="Arial"/>
              </a:rPr>
              <a:t>ontologías</a:t>
            </a:r>
            <a:r>
              <a:rPr sz="1800" b="0" i="0" dirty="0">
                <a:solidFill>
                  <a:srgbClr val="232323"/>
                </a:solidFill>
                <a:latin typeface="Arial"/>
              </a:rPr>
              <a:t> </a:t>
            </a:r>
            <a:r>
              <a:rPr sz="1800" b="0" i="0" dirty="0" err="1">
                <a:solidFill>
                  <a:srgbClr val="232323"/>
                </a:solidFill>
                <a:latin typeface="Arial"/>
              </a:rPr>
              <a:t>candidatas</a:t>
            </a:r>
            <a:r>
              <a:rPr sz="1800" b="0" i="0" dirty="0">
                <a:solidFill>
                  <a:srgbClr val="232323"/>
                </a:solidFill>
                <a:latin typeface="Arial"/>
              </a:rPr>
              <a:t> </a:t>
            </a:r>
            <a:r>
              <a:rPr sz="1800" b="0" i="0" dirty="0" err="1">
                <a:solidFill>
                  <a:srgbClr val="232323"/>
                </a:solidFill>
                <a:latin typeface="Arial"/>
              </a:rPr>
              <a:t>por</a:t>
            </a:r>
            <a:r>
              <a:rPr sz="1800" b="0" i="0" dirty="0">
                <a:solidFill>
                  <a:srgbClr val="232323"/>
                </a:solidFill>
                <a:latin typeface="Arial"/>
              </a:rPr>
              <a:t> LLM;
• </a:t>
            </a:r>
            <a:r>
              <a:rPr lang="es-ES" sz="1800" dirty="0">
                <a:solidFill>
                  <a:srgbClr val="232323"/>
                </a:solidFill>
                <a:latin typeface="Arial"/>
              </a:rPr>
              <a:t>A</a:t>
            </a:r>
            <a:r>
              <a:rPr sz="1800" b="0" i="0" dirty="0" err="1">
                <a:solidFill>
                  <a:srgbClr val="232323"/>
                </a:solidFill>
                <a:latin typeface="Arial"/>
              </a:rPr>
              <a:t>rmonizar</a:t>
            </a:r>
            <a:r>
              <a:rPr sz="1800" b="0" i="0" dirty="0">
                <a:solidFill>
                  <a:srgbClr val="232323"/>
                </a:solidFill>
                <a:latin typeface="Arial"/>
              </a:rPr>
              <a:t> </a:t>
            </a:r>
            <a:r>
              <a:rPr sz="1800" b="0" i="0" dirty="0" err="1">
                <a:solidFill>
                  <a:srgbClr val="232323"/>
                </a:solidFill>
                <a:latin typeface="Arial"/>
              </a:rPr>
              <a:t>conceptos</a:t>
            </a:r>
            <a:r>
              <a:rPr sz="1800" b="0" i="0" dirty="0">
                <a:solidFill>
                  <a:srgbClr val="232323"/>
                </a:solidFill>
                <a:latin typeface="Arial"/>
              </a:rPr>
              <a:t>, </a:t>
            </a:r>
            <a:r>
              <a:rPr sz="1800" b="0" i="0" dirty="0" err="1">
                <a:solidFill>
                  <a:srgbClr val="232323"/>
                </a:solidFill>
                <a:latin typeface="Arial"/>
              </a:rPr>
              <a:t>relaciones</a:t>
            </a:r>
            <a:r>
              <a:rPr sz="1800" b="0" i="0" dirty="0">
                <a:solidFill>
                  <a:srgbClr val="232323"/>
                </a:solidFill>
                <a:latin typeface="Arial"/>
              </a:rPr>
              <a:t> y </a:t>
            </a:r>
            <a:r>
              <a:rPr sz="1800" b="0" i="0" dirty="0" err="1">
                <a:solidFill>
                  <a:srgbClr val="232323"/>
                </a:solidFill>
                <a:latin typeface="Arial"/>
              </a:rPr>
              <a:t>terminología</a:t>
            </a:r>
            <a:r>
              <a:rPr sz="1800" b="0" i="0" dirty="0">
                <a:solidFill>
                  <a:srgbClr val="232323"/>
                </a:solidFill>
                <a:latin typeface="Arial"/>
              </a:rPr>
              <a:t>;
• </a:t>
            </a:r>
            <a:r>
              <a:rPr lang="es-ES" sz="1800" dirty="0">
                <a:solidFill>
                  <a:srgbClr val="232323"/>
                </a:solidFill>
                <a:latin typeface="Arial"/>
              </a:rPr>
              <a:t>M</a:t>
            </a:r>
            <a:r>
              <a:rPr sz="1800" b="0" i="0" dirty="0" err="1">
                <a:solidFill>
                  <a:srgbClr val="232323"/>
                </a:solidFill>
                <a:latin typeface="Arial"/>
              </a:rPr>
              <a:t>odelar</a:t>
            </a:r>
            <a:r>
              <a:rPr sz="1800" b="0" i="0" dirty="0">
                <a:solidFill>
                  <a:srgbClr val="232323"/>
                </a:solidFill>
                <a:latin typeface="Arial"/>
              </a:rPr>
              <a:t> </a:t>
            </a:r>
            <a:r>
              <a:rPr sz="1800" b="0" i="0" dirty="0" err="1">
                <a:solidFill>
                  <a:srgbClr val="232323"/>
                </a:solidFill>
                <a:latin typeface="Arial"/>
              </a:rPr>
              <a:t>escala</a:t>
            </a:r>
            <a:r>
              <a:rPr sz="1800" b="0" i="0" dirty="0">
                <a:solidFill>
                  <a:srgbClr val="232323"/>
                </a:solidFill>
                <a:latin typeface="Arial"/>
              </a:rPr>
              <a:t>, </a:t>
            </a:r>
            <a:r>
              <a:rPr sz="1800" b="0" i="0" dirty="0" err="1">
                <a:solidFill>
                  <a:srgbClr val="232323"/>
                </a:solidFill>
                <a:latin typeface="Arial"/>
              </a:rPr>
              <a:t>sensores</a:t>
            </a:r>
            <a:r>
              <a:rPr sz="1800" b="0" i="0" dirty="0">
                <a:solidFill>
                  <a:srgbClr val="232323"/>
                </a:solidFill>
                <a:latin typeface="Arial"/>
              </a:rPr>
              <a:t>, </a:t>
            </a:r>
            <a:r>
              <a:rPr sz="1800" b="0" i="0" dirty="0" err="1">
                <a:solidFill>
                  <a:srgbClr val="232323"/>
                </a:solidFill>
                <a:latin typeface="Arial"/>
              </a:rPr>
              <a:t>actuadores</a:t>
            </a:r>
            <a:r>
              <a:rPr sz="1800" b="0" i="0" dirty="0">
                <a:solidFill>
                  <a:srgbClr val="232323"/>
                </a:solidFill>
                <a:latin typeface="Arial"/>
              </a:rPr>
              <a:t> y </a:t>
            </a:r>
            <a:r>
              <a:rPr sz="1800" b="0" i="0" dirty="0" err="1">
                <a:solidFill>
                  <a:srgbClr val="232323"/>
                </a:solidFill>
                <a:latin typeface="Arial"/>
              </a:rPr>
              <a:t>equivalencias</a:t>
            </a:r>
            <a:r>
              <a:rPr sz="1800" b="0" i="0" dirty="0">
                <a:solidFill>
                  <a:srgbClr val="232323"/>
                </a:solidFill>
                <a:latin typeface="Arial"/>
              </a:rPr>
              <a:t>;
• </a:t>
            </a:r>
            <a:r>
              <a:rPr lang="es-ES" sz="1800" dirty="0">
                <a:solidFill>
                  <a:srgbClr val="232323"/>
                </a:solidFill>
                <a:latin typeface="Arial"/>
              </a:rPr>
              <a:t>V</a:t>
            </a:r>
            <a:r>
              <a:rPr sz="1800" b="0" i="0" dirty="0" err="1">
                <a:solidFill>
                  <a:srgbClr val="232323"/>
                </a:solidFill>
                <a:latin typeface="Arial"/>
              </a:rPr>
              <a:t>alidar</a:t>
            </a:r>
            <a:r>
              <a:rPr sz="1800" b="0" i="0" dirty="0">
                <a:solidFill>
                  <a:srgbClr val="232323"/>
                </a:solidFill>
                <a:latin typeface="Arial"/>
              </a:rPr>
              <a:t> con </a:t>
            </a:r>
            <a:r>
              <a:rPr sz="1800" b="0" i="0" dirty="0" err="1">
                <a:solidFill>
                  <a:srgbClr val="232323"/>
                </a:solidFill>
                <a:latin typeface="Arial"/>
              </a:rPr>
              <a:t>expertos</a:t>
            </a:r>
            <a:r>
              <a:rPr sz="1800" b="0" i="0" dirty="0">
                <a:solidFill>
                  <a:srgbClr val="232323"/>
                </a:solidFill>
                <a:latin typeface="Arial"/>
              </a:rPr>
              <a:t>.</a:t>
            </a:r>
          </a:p>
        </p:txBody>
      </p:sp>
      <p:sp>
        <p:nvSpPr>
          <p:cNvPr id="14" name="Estado del proyecto: avance parcial de investigación"/>
          <p:cNvSpPr/>
          <p:nvPr/>
        </p:nvSpPr>
        <p:spPr>
          <a:xfrm>
            <a:off x="3300984" y="6005136"/>
            <a:ext cx="5760720" cy="310896"/>
          </a:xfrm>
          <a:prstGeom prst="roundRect">
            <a:avLst/>
          </a:prstGeom>
          <a:solidFill>
            <a:srgbClr val="FFF4EC"/>
          </a:solidFill>
          <a:ln w="1016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15" name="Estado del proyecto: avance parcial de investigación_txt"/>
          <p:cNvSpPr txBox="1"/>
          <p:nvPr/>
        </p:nvSpPr>
        <p:spPr>
          <a:xfrm>
            <a:off x="3355848" y="6027351"/>
            <a:ext cx="5650992" cy="233910"/>
          </a:xfrm>
          <a:prstGeom prst="rect">
            <a:avLst/>
          </a:prstGeom>
          <a:noFill/>
        </p:spPr>
        <p:txBody>
          <a:bodyPr wrap="square" lIns="18288" tIns="9144" rIns="18288" bIns="9144" anchor="t">
            <a:spAutoFit/>
          </a:bodyPr>
          <a:lstStyle/>
          <a:p>
            <a:pPr algn="ctr">
              <a:defRPr/>
            </a:pPr>
            <a:r>
              <a:rPr sz="1400" b="1" i="0" dirty="0">
                <a:solidFill>
                  <a:srgbClr val="F6641C"/>
                </a:solidFill>
                <a:latin typeface="Arial"/>
              </a:rPr>
              <a:t>Estado del </a:t>
            </a:r>
            <a:r>
              <a:rPr sz="1400" b="1" i="0" dirty="0" err="1">
                <a:solidFill>
                  <a:srgbClr val="F6641C"/>
                </a:solidFill>
                <a:latin typeface="Arial"/>
              </a:rPr>
              <a:t>proyecto</a:t>
            </a:r>
            <a:r>
              <a:rPr sz="1400" b="1" i="0" dirty="0">
                <a:solidFill>
                  <a:srgbClr val="F6641C"/>
                </a:solidFill>
                <a:latin typeface="Arial"/>
              </a:rPr>
              <a:t>: </a:t>
            </a:r>
            <a:r>
              <a:rPr sz="1400" b="1" i="0" dirty="0" err="1">
                <a:solidFill>
                  <a:srgbClr val="F6641C"/>
                </a:solidFill>
                <a:latin typeface="Arial"/>
              </a:rPr>
              <a:t>avance</a:t>
            </a:r>
            <a:r>
              <a:rPr sz="1400" b="1" i="0" dirty="0">
                <a:solidFill>
                  <a:srgbClr val="F6641C"/>
                </a:solidFill>
                <a:latin typeface="Arial"/>
              </a:rPr>
              <a:t> </a:t>
            </a:r>
            <a:r>
              <a:rPr sz="1400" b="1" i="0" dirty="0" err="1">
                <a:solidFill>
                  <a:srgbClr val="F6641C"/>
                </a:solidFill>
                <a:latin typeface="Arial"/>
              </a:rPr>
              <a:t>parcial</a:t>
            </a:r>
            <a:r>
              <a:rPr sz="1400" b="1" i="0" dirty="0">
                <a:solidFill>
                  <a:srgbClr val="F6641C"/>
                </a:solidFill>
                <a:latin typeface="Arial"/>
              </a:rPr>
              <a:t> de </a:t>
            </a:r>
            <a:r>
              <a:rPr sz="1400" b="1" i="0" dirty="0" err="1">
                <a:solidFill>
                  <a:srgbClr val="F6641C"/>
                </a:solidFill>
                <a:latin typeface="Arial"/>
              </a:rPr>
              <a:t>investigación</a:t>
            </a:r>
            <a:endParaRPr sz="1400" b="1" i="0" dirty="0">
              <a:solidFill>
                <a:srgbClr val="F6641C"/>
              </a:solidFill>
              <a:latin typeface="Arial"/>
            </a:endParaRPr>
          </a:p>
        </p:txBody>
      </p:sp>
      <p:sp>
        <p:nvSpPr>
          <p:cNvPr id="16"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 README.md del </a:t>
            </a:r>
            <a:r>
              <a:rPr sz="1100" b="0" i="0" dirty="0" err="1">
                <a:solidFill>
                  <a:srgbClr val="464646"/>
                </a:solidFill>
                <a:latin typeface="Arial"/>
                <a:hlinkClick r:id="rId3"/>
              </a:rPr>
              <a:t>repositorio</a:t>
            </a:r>
            <a:r>
              <a:rPr sz="1100" b="0" i="0" dirty="0">
                <a:solidFill>
                  <a:srgbClr val="464646"/>
                </a:solidFill>
                <a:latin typeface="Arial"/>
                <a:hlinkClick r:id="rId3"/>
              </a:rPr>
              <a:t>: Project Objective, Technologies y Project Description.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836612" y="885098"/>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Fundamentos</a:t>
            </a:r>
            <a:r>
              <a:rPr b="0" i="0" dirty="0">
                <a:solidFill>
                  <a:srgbClr val="4949EE"/>
                </a:solidFill>
                <a:latin typeface="Arial"/>
              </a:rPr>
              <a:t> </a:t>
            </a:r>
            <a:r>
              <a:rPr b="0" i="0" dirty="0" err="1">
                <a:solidFill>
                  <a:srgbClr val="4949EE"/>
                </a:solidFill>
                <a:latin typeface="Arial"/>
              </a:rPr>
              <a:t>conceptuales</a:t>
            </a:r>
            <a:endParaRPr b="0" i="0" dirty="0">
              <a:solidFill>
                <a:srgbClr val="4949EE"/>
              </a:solidFill>
              <a:latin typeface="Arial"/>
            </a:endParaRPr>
          </a:p>
        </p:txBody>
      </p:sp>
      <p:cxnSp>
        <p:nvCxnSpPr>
          <p:cNvPr id="6" name="connector"/>
          <p:cNvCxnSpPr/>
          <p:nvPr/>
        </p:nvCxnSpPr>
        <p:spPr>
          <a:xfrm>
            <a:off x="2355272" y="4389120"/>
            <a:ext cx="1508761" cy="0"/>
          </a:xfrm>
          <a:prstGeom prst="line">
            <a:avLst/>
          </a:prstGeom>
          <a:ln w="1397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7" name="connector"/>
          <p:cNvCxnSpPr/>
          <p:nvPr/>
        </p:nvCxnSpPr>
        <p:spPr>
          <a:xfrm>
            <a:off x="4915593" y="4389120"/>
            <a:ext cx="1463040" cy="0"/>
          </a:xfrm>
          <a:prstGeom prst="line">
            <a:avLst/>
          </a:prstGeom>
          <a:ln w="1397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8" name="connector"/>
          <p:cNvCxnSpPr/>
          <p:nvPr/>
        </p:nvCxnSpPr>
        <p:spPr>
          <a:xfrm>
            <a:off x="7448481" y="4389120"/>
            <a:ext cx="1490472" cy="0"/>
          </a:xfrm>
          <a:prstGeom prst="line">
            <a:avLst/>
          </a:prstGeom>
          <a:ln w="13970">
            <a:solidFill>
              <a:srgbClr val="BEBEBE"/>
            </a:solidFill>
          </a:ln>
        </p:spPr>
        <p:style>
          <a:lnRef idx="2">
            <a:schemeClr val="accent1"/>
          </a:lnRef>
          <a:fillRef idx="0">
            <a:schemeClr val="accent1"/>
          </a:fillRef>
          <a:effectRef idx="1">
            <a:schemeClr val="accent1"/>
          </a:effectRef>
          <a:fontRef idx="minor">
            <a:schemeClr val="tx1"/>
          </a:fontRef>
        </p:style>
      </p:cxnSp>
      <p:sp>
        <p:nvSpPr>
          <p:cNvPr id="9" name="Corpus&#10;curado"/>
          <p:cNvSpPr/>
          <p:nvPr/>
        </p:nvSpPr>
        <p:spPr>
          <a:xfrm>
            <a:off x="1257993" y="3931920"/>
            <a:ext cx="1783080" cy="914400"/>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0" name="Corpus&#10;curado_text"/>
          <p:cNvSpPr txBox="1"/>
          <p:nvPr/>
        </p:nvSpPr>
        <p:spPr>
          <a:xfrm>
            <a:off x="1303713" y="4161097"/>
            <a:ext cx="1691639" cy="510909"/>
          </a:xfrm>
          <a:prstGeom prst="rect">
            <a:avLst/>
          </a:prstGeom>
          <a:noFill/>
        </p:spPr>
        <p:txBody>
          <a:bodyPr wrap="square" lIns="18288" tIns="9144" rIns="18288" bIns="9144" anchor="ctr">
            <a:spAutoFit/>
          </a:bodyPr>
          <a:lstStyle/>
          <a:p>
            <a:pPr algn="ctr">
              <a:defRPr/>
            </a:pPr>
            <a:r>
              <a:rPr sz="1600" b="1" i="0" dirty="0">
                <a:solidFill>
                  <a:srgbClr val="232323"/>
                </a:solidFill>
                <a:latin typeface="Arial"/>
              </a:rPr>
              <a:t>Corpus
</a:t>
            </a:r>
            <a:r>
              <a:rPr sz="1600" b="1" i="0" dirty="0" err="1">
                <a:solidFill>
                  <a:srgbClr val="232323"/>
                </a:solidFill>
                <a:latin typeface="Arial"/>
              </a:rPr>
              <a:t>curado</a:t>
            </a:r>
            <a:endParaRPr sz="1600" b="1" i="0" dirty="0">
              <a:solidFill>
                <a:srgbClr val="232323"/>
              </a:solidFill>
              <a:latin typeface="Arial"/>
            </a:endParaRPr>
          </a:p>
        </p:txBody>
      </p:sp>
      <p:sp>
        <p:nvSpPr>
          <p:cNvPr id="11" name="Pregunta de&#10;competencia"/>
          <p:cNvSpPr/>
          <p:nvPr/>
        </p:nvSpPr>
        <p:spPr>
          <a:xfrm>
            <a:off x="3452553" y="3931920"/>
            <a:ext cx="1965960" cy="914400"/>
          </a:xfrm>
          <a:prstGeom prst="roundRect">
            <a:avLst/>
          </a:prstGeom>
          <a:solidFill>
            <a:srgbClr val="E8F8EA"/>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2" name="Pregunta de&#10;competencia_text"/>
          <p:cNvSpPr txBox="1"/>
          <p:nvPr/>
        </p:nvSpPr>
        <p:spPr>
          <a:xfrm>
            <a:off x="3498273" y="4161097"/>
            <a:ext cx="1874519" cy="510909"/>
          </a:xfrm>
          <a:prstGeom prst="rect">
            <a:avLst/>
          </a:prstGeom>
          <a:noFill/>
        </p:spPr>
        <p:txBody>
          <a:bodyPr wrap="square" lIns="18288" tIns="9144" rIns="18288" bIns="9144" anchor="ctr">
            <a:spAutoFit/>
          </a:bodyPr>
          <a:lstStyle/>
          <a:p>
            <a:pPr algn="ctr">
              <a:defRPr/>
            </a:pPr>
            <a:r>
              <a:rPr sz="1600" b="1" i="0">
                <a:solidFill>
                  <a:srgbClr val="232323"/>
                </a:solidFill>
                <a:latin typeface="Arial"/>
              </a:rPr>
              <a:t>Pregunta de
competencia</a:t>
            </a:r>
          </a:p>
        </p:txBody>
      </p:sp>
      <p:sp>
        <p:nvSpPr>
          <p:cNvPr id="13" name="Triadas&#10;RDF"/>
          <p:cNvSpPr/>
          <p:nvPr/>
        </p:nvSpPr>
        <p:spPr>
          <a:xfrm>
            <a:off x="5948865" y="3931920"/>
            <a:ext cx="1691640" cy="914400"/>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4" name="Triadas&#10;RDF_text"/>
          <p:cNvSpPr txBox="1"/>
          <p:nvPr/>
        </p:nvSpPr>
        <p:spPr>
          <a:xfrm>
            <a:off x="5994585" y="4161097"/>
            <a:ext cx="1600200" cy="510909"/>
          </a:xfrm>
          <a:prstGeom prst="rect">
            <a:avLst/>
          </a:prstGeom>
          <a:noFill/>
        </p:spPr>
        <p:txBody>
          <a:bodyPr wrap="square" lIns="18288" tIns="9144" rIns="18288" bIns="9144" anchor="ctr">
            <a:spAutoFit/>
          </a:bodyPr>
          <a:lstStyle/>
          <a:p>
            <a:pPr algn="ctr">
              <a:defRPr/>
            </a:pPr>
            <a:r>
              <a:rPr sz="1600" b="1" i="0">
                <a:solidFill>
                  <a:srgbClr val="232323"/>
                </a:solidFill>
                <a:latin typeface="Arial"/>
              </a:rPr>
              <a:t>Triadas
RDF</a:t>
            </a:r>
          </a:p>
        </p:txBody>
      </p:sp>
      <p:sp>
        <p:nvSpPr>
          <p:cNvPr id="15" name="OWL/RDF&#10;candidato"/>
          <p:cNvSpPr/>
          <p:nvPr/>
        </p:nvSpPr>
        <p:spPr>
          <a:xfrm>
            <a:off x="8573193" y="3931920"/>
            <a:ext cx="1920240" cy="914400"/>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6" name="OWL/RDF&#10;candidato_text"/>
          <p:cNvSpPr txBox="1"/>
          <p:nvPr/>
        </p:nvSpPr>
        <p:spPr>
          <a:xfrm>
            <a:off x="8618913" y="4161097"/>
            <a:ext cx="1828800" cy="510909"/>
          </a:xfrm>
          <a:prstGeom prst="rect">
            <a:avLst/>
          </a:prstGeom>
          <a:noFill/>
        </p:spPr>
        <p:txBody>
          <a:bodyPr wrap="square" lIns="18288" tIns="9144" rIns="18288" bIns="9144" anchor="ctr">
            <a:spAutoFit/>
          </a:bodyPr>
          <a:lstStyle/>
          <a:p>
            <a:pPr algn="ctr">
              <a:defRPr/>
            </a:pPr>
            <a:r>
              <a:rPr sz="1600" b="1" i="0">
                <a:solidFill>
                  <a:srgbClr val="232323"/>
                </a:solidFill>
                <a:latin typeface="Arial"/>
              </a:rPr>
              <a:t>OWL/RDF
candidato</a:t>
            </a:r>
          </a:p>
        </p:txBody>
      </p:sp>
      <p:sp>
        <p:nvSpPr>
          <p:cNvPr id="17" name="fund_bullets"/>
          <p:cNvSpPr txBox="1"/>
          <p:nvPr/>
        </p:nvSpPr>
        <p:spPr>
          <a:xfrm>
            <a:off x="1583575" y="1572318"/>
            <a:ext cx="10195560" cy="2213298"/>
          </a:xfrm>
          <a:prstGeom prst="rect">
            <a:avLst/>
          </a:prstGeom>
          <a:noFill/>
        </p:spPr>
        <p:txBody>
          <a:bodyPr wrap="square" lIns="45720" tIns="18288" rIns="27432" bIns="18288">
            <a:spAutoFit/>
          </a:bodyPr>
          <a:lstStyle/>
          <a:p>
            <a:pPr algn="l">
              <a:lnSpc>
                <a:spcPct val="150000"/>
              </a:lnSpc>
              <a:spcAft>
                <a:spcPts val="600"/>
              </a:spcAft>
              <a:defRPr/>
            </a:pPr>
            <a:r>
              <a:rPr sz="1560" b="1" dirty="0">
                <a:solidFill>
                  <a:srgbClr val="4949EE"/>
                </a:solidFill>
              </a:rPr>
              <a:t>●  </a:t>
            </a:r>
            <a:r>
              <a:rPr sz="1660" dirty="0" err="1">
                <a:solidFill>
                  <a:srgbClr val="232323"/>
                </a:solidFill>
                <a:latin typeface="Arial"/>
              </a:rPr>
              <a:t>Ontología</a:t>
            </a:r>
            <a:r>
              <a:rPr sz="1660" dirty="0">
                <a:solidFill>
                  <a:srgbClr val="232323"/>
                </a:solidFill>
                <a:latin typeface="Arial"/>
              </a:rPr>
              <a:t>: </a:t>
            </a:r>
            <a:r>
              <a:rPr sz="1660" dirty="0" err="1">
                <a:solidFill>
                  <a:srgbClr val="232323"/>
                </a:solidFill>
                <a:latin typeface="Arial"/>
              </a:rPr>
              <a:t>modelo</a:t>
            </a:r>
            <a:r>
              <a:rPr sz="1660" dirty="0">
                <a:solidFill>
                  <a:srgbClr val="232323"/>
                </a:solidFill>
                <a:latin typeface="Arial"/>
              </a:rPr>
              <a:t> </a:t>
            </a:r>
            <a:r>
              <a:rPr sz="1660" dirty="0" err="1">
                <a:solidFill>
                  <a:srgbClr val="232323"/>
                </a:solidFill>
                <a:latin typeface="Arial"/>
              </a:rPr>
              <a:t>explícito</a:t>
            </a:r>
            <a:r>
              <a:rPr sz="1660" dirty="0">
                <a:solidFill>
                  <a:srgbClr val="232323"/>
                </a:solidFill>
                <a:latin typeface="Arial"/>
              </a:rPr>
              <a:t> de </a:t>
            </a:r>
            <a:r>
              <a:rPr sz="1660" dirty="0" err="1">
                <a:solidFill>
                  <a:srgbClr val="232323"/>
                </a:solidFill>
                <a:latin typeface="Arial"/>
              </a:rPr>
              <a:t>clases</a:t>
            </a:r>
            <a:r>
              <a:rPr sz="1660" dirty="0">
                <a:solidFill>
                  <a:srgbClr val="232323"/>
                </a:solidFill>
                <a:latin typeface="Arial"/>
              </a:rPr>
              <a:t>, </a:t>
            </a:r>
            <a:r>
              <a:rPr sz="1660" dirty="0" err="1">
                <a:solidFill>
                  <a:srgbClr val="232323"/>
                </a:solidFill>
                <a:latin typeface="Arial"/>
              </a:rPr>
              <a:t>relaciones</a:t>
            </a:r>
            <a:r>
              <a:rPr sz="1660" dirty="0">
                <a:solidFill>
                  <a:srgbClr val="232323"/>
                </a:solidFill>
                <a:latin typeface="Arial"/>
              </a:rPr>
              <a:t> y </a:t>
            </a:r>
            <a:r>
              <a:rPr sz="1660" dirty="0" err="1">
                <a:solidFill>
                  <a:srgbClr val="232323"/>
                </a:solidFill>
                <a:latin typeface="Arial"/>
              </a:rPr>
              <a:t>restricciones</a:t>
            </a:r>
            <a:r>
              <a:rPr sz="1660" dirty="0">
                <a:solidFill>
                  <a:srgbClr val="232323"/>
                </a:solidFill>
                <a:latin typeface="Arial"/>
              </a:rPr>
              <a:t> del </a:t>
            </a:r>
            <a:r>
              <a:rPr sz="1660" dirty="0" err="1">
                <a:solidFill>
                  <a:srgbClr val="232323"/>
                </a:solidFill>
                <a:latin typeface="Arial"/>
              </a:rPr>
              <a:t>dominio</a:t>
            </a:r>
            <a:r>
              <a:rPr sz="1660" dirty="0">
                <a:solidFill>
                  <a:srgbClr val="232323"/>
                </a:solidFill>
                <a:latin typeface="Arial"/>
              </a:rPr>
              <a:t>.</a:t>
            </a:r>
          </a:p>
          <a:p>
            <a:pPr algn="l">
              <a:lnSpc>
                <a:spcPct val="150000"/>
              </a:lnSpc>
              <a:spcAft>
                <a:spcPts val="600"/>
              </a:spcAft>
              <a:defRPr/>
            </a:pPr>
            <a:r>
              <a:rPr sz="1560" b="1" dirty="0">
                <a:solidFill>
                  <a:srgbClr val="4949EE"/>
                </a:solidFill>
              </a:rPr>
              <a:t>●  </a:t>
            </a:r>
            <a:r>
              <a:rPr sz="1660" dirty="0">
                <a:solidFill>
                  <a:srgbClr val="232323"/>
                </a:solidFill>
                <a:latin typeface="Arial"/>
              </a:rPr>
              <a:t>OWL/RDF: </a:t>
            </a:r>
            <a:r>
              <a:rPr sz="1660" dirty="0" err="1">
                <a:solidFill>
                  <a:srgbClr val="232323"/>
                </a:solidFill>
                <a:latin typeface="Arial"/>
              </a:rPr>
              <a:t>formalización</a:t>
            </a:r>
            <a:r>
              <a:rPr sz="1660" dirty="0">
                <a:solidFill>
                  <a:srgbClr val="232323"/>
                </a:solidFill>
                <a:latin typeface="Arial"/>
              </a:rPr>
              <a:t> </a:t>
            </a:r>
            <a:r>
              <a:rPr sz="1660" dirty="0" err="1">
                <a:solidFill>
                  <a:srgbClr val="232323"/>
                </a:solidFill>
                <a:latin typeface="Arial"/>
              </a:rPr>
              <a:t>mediante</a:t>
            </a:r>
            <a:r>
              <a:rPr sz="1660" dirty="0">
                <a:solidFill>
                  <a:srgbClr val="232323"/>
                </a:solidFill>
                <a:latin typeface="Arial"/>
              </a:rPr>
              <a:t> </a:t>
            </a:r>
            <a:r>
              <a:rPr sz="1660" dirty="0" err="1">
                <a:solidFill>
                  <a:srgbClr val="232323"/>
                </a:solidFill>
                <a:latin typeface="Arial"/>
              </a:rPr>
              <a:t>clases</a:t>
            </a:r>
            <a:r>
              <a:rPr sz="1660" dirty="0">
                <a:solidFill>
                  <a:srgbClr val="232323"/>
                </a:solidFill>
                <a:latin typeface="Arial"/>
              </a:rPr>
              <a:t>, </a:t>
            </a:r>
            <a:r>
              <a:rPr sz="1660" dirty="0" err="1">
                <a:solidFill>
                  <a:srgbClr val="232323"/>
                </a:solidFill>
                <a:latin typeface="Arial"/>
              </a:rPr>
              <a:t>propiedades</a:t>
            </a:r>
            <a:r>
              <a:rPr sz="1660" dirty="0">
                <a:solidFill>
                  <a:srgbClr val="232323"/>
                </a:solidFill>
                <a:latin typeface="Arial"/>
              </a:rPr>
              <a:t> y </a:t>
            </a:r>
            <a:r>
              <a:rPr sz="1660" dirty="0" err="1">
                <a:solidFill>
                  <a:srgbClr val="232323"/>
                </a:solidFill>
                <a:latin typeface="Arial"/>
              </a:rPr>
              <a:t>triadas</a:t>
            </a:r>
            <a:r>
              <a:rPr sz="1660" dirty="0">
                <a:solidFill>
                  <a:srgbClr val="232323"/>
                </a:solidFill>
                <a:latin typeface="Arial"/>
              </a:rPr>
              <a:t> </a:t>
            </a:r>
            <a:r>
              <a:rPr sz="1660" dirty="0" err="1">
                <a:solidFill>
                  <a:srgbClr val="232323"/>
                </a:solidFill>
                <a:latin typeface="Arial"/>
              </a:rPr>
              <a:t>sujeto</a:t>
            </a:r>
            <a:r>
              <a:rPr sz="1660" dirty="0">
                <a:solidFill>
                  <a:srgbClr val="232323"/>
                </a:solidFill>
                <a:latin typeface="Arial"/>
              </a:rPr>
              <a:t>–</a:t>
            </a:r>
            <a:r>
              <a:rPr sz="1660" dirty="0" err="1">
                <a:solidFill>
                  <a:srgbClr val="232323"/>
                </a:solidFill>
                <a:latin typeface="Arial"/>
              </a:rPr>
              <a:t>predicado</a:t>
            </a:r>
            <a:r>
              <a:rPr sz="1660" dirty="0">
                <a:solidFill>
                  <a:srgbClr val="232323"/>
                </a:solidFill>
                <a:latin typeface="Arial"/>
              </a:rPr>
              <a:t>–</a:t>
            </a:r>
            <a:r>
              <a:rPr sz="1660" dirty="0" err="1">
                <a:solidFill>
                  <a:srgbClr val="232323"/>
                </a:solidFill>
                <a:latin typeface="Arial"/>
              </a:rPr>
              <a:t>objeto</a:t>
            </a:r>
            <a:r>
              <a:rPr sz="1660" dirty="0">
                <a:solidFill>
                  <a:srgbClr val="232323"/>
                </a:solidFill>
                <a:latin typeface="Arial"/>
              </a:rPr>
              <a:t>.</a:t>
            </a:r>
          </a:p>
          <a:p>
            <a:pPr algn="l">
              <a:lnSpc>
                <a:spcPct val="150000"/>
              </a:lnSpc>
              <a:spcAft>
                <a:spcPts val="600"/>
              </a:spcAft>
              <a:defRPr/>
            </a:pPr>
            <a:r>
              <a:rPr sz="1560" b="1" dirty="0">
                <a:solidFill>
                  <a:srgbClr val="4949EE"/>
                </a:solidFill>
              </a:rPr>
              <a:t>●  </a:t>
            </a:r>
            <a:r>
              <a:rPr sz="1660" dirty="0" err="1">
                <a:solidFill>
                  <a:srgbClr val="232323"/>
                </a:solidFill>
                <a:latin typeface="Arial"/>
              </a:rPr>
              <a:t>Preguntas</a:t>
            </a:r>
            <a:r>
              <a:rPr sz="1660" dirty="0">
                <a:solidFill>
                  <a:srgbClr val="232323"/>
                </a:solidFill>
                <a:latin typeface="Arial"/>
              </a:rPr>
              <a:t> de </a:t>
            </a:r>
            <a:r>
              <a:rPr sz="1660" dirty="0" err="1">
                <a:solidFill>
                  <a:srgbClr val="232323"/>
                </a:solidFill>
                <a:latin typeface="Arial"/>
              </a:rPr>
              <a:t>competencia</a:t>
            </a:r>
            <a:r>
              <a:rPr sz="1660" dirty="0">
                <a:solidFill>
                  <a:srgbClr val="232323"/>
                </a:solidFill>
                <a:latin typeface="Arial"/>
              </a:rPr>
              <a:t>: </a:t>
            </a:r>
            <a:r>
              <a:rPr sz="1660" dirty="0" err="1">
                <a:solidFill>
                  <a:srgbClr val="232323"/>
                </a:solidFill>
                <a:latin typeface="Arial"/>
              </a:rPr>
              <a:t>delimitan</a:t>
            </a:r>
            <a:r>
              <a:rPr sz="1660" dirty="0">
                <a:solidFill>
                  <a:srgbClr val="232323"/>
                </a:solidFill>
                <a:latin typeface="Arial"/>
              </a:rPr>
              <a:t> </a:t>
            </a:r>
            <a:r>
              <a:rPr sz="1660" dirty="0" err="1">
                <a:solidFill>
                  <a:srgbClr val="232323"/>
                </a:solidFill>
                <a:latin typeface="Arial"/>
              </a:rPr>
              <a:t>qué</a:t>
            </a:r>
            <a:r>
              <a:rPr sz="1660" dirty="0">
                <a:solidFill>
                  <a:srgbClr val="232323"/>
                </a:solidFill>
                <a:latin typeface="Arial"/>
              </a:rPr>
              <a:t> </a:t>
            </a:r>
            <a:r>
              <a:rPr sz="1660" dirty="0" err="1">
                <a:solidFill>
                  <a:srgbClr val="232323"/>
                </a:solidFill>
                <a:latin typeface="Arial"/>
              </a:rPr>
              <a:t>debe</a:t>
            </a:r>
            <a:r>
              <a:rPr sz="1660" dirty="0">
                <a:solidFill>
                  <a:srgbClr val="232323"/>
                </a:solidFill>
                <a:latin typeface="Arial"/>
              </a:rPr>
              <a:t> </a:t>
            </a:r>
            <a:r>
              <a:rPr sz="1660" dirty="0" err="1">
                <a:solidFill>
                  <a:srgbClr val="232323"/>
                </a:solidFill>
                <a:latin typeface="Arial"/>
              </a:rPr>
              <a:t>poder</a:t>
            </a:r>
            <a:r>
              <a:rPr sz="1660" dirty="0">
                <a:solidFill>
                  <a:srgbClr val="232323"/>
                </a:solidFill>
                <a:latin typeface="Arial"/>
              </a:rPr>
              <a:t> responder la </a:t>
            </a:r>
            <a:r>
              <a:rPr sz="1660" dirty="0" err="1">
                <a:solidFill>
                  <a:srgbClr val="232323"/>
                </a:solidFill>
                <a:latin typeface="Arial"/>
              </a:rPr>
              <a:t>ontología</a:t>
            </a:r>
            <a:r>
              <a:rPr sz="1660" dirty="0">
                <a:solidFill>
                  <a:srgbClr val="232323"/>
                </a:solidFill>
                <a:latin typeface="Arial"/>
              </a:rPr>
              <a:t>.</a:t>
            </a:r>
          </a:p>
          <a:p>
            <a:pPr algn="l">
              <a:lnSpc>
                <a:spcPct val="150000"/>
              </a:lnSpc>
              <a:spcAft>
                <a:spcPts val="600"/>
              </a:spcAft>
              <a:defRPr/>
            </a:pPr>
            <a:r>
              <a:rPr sz="1560" b="1" dirty="0">
                <a:solidFill>
                  <a:srgbClr val="4949EE"/>
                </a:solidFill>
              </a:rPr>
              <a:t>●  </a:t>
            </a:r>
            <a:r>
              <a:rPr sz="1660" dirty="0">
                <a:solidFill>
                  <a:srgbClr val="232323"/>
                </a:solidFill>
                <a:latin typeface="Arial"/>
              </a:rPr>
              <a:t>Corpus </a:t>
            </a:r>
            <a:r>
              <a:rPr sz="1660" dirty="0" err="1">
                <a:solidFill>
                  <a:srgbClr val="232323"/>
                </a:solidFill>
                <a:latin typeface="Arial"/>
              </a:rPr>
              <a:t>curado</a:t>
            </a:r>
            <a:r>
              <a:rPr sz="1660" dirty="0">
                <a:solidFill>
                  <a:srgbClr val="232323"/>
                </a:solidFill>
                <a:latin typeface="Arial"/>
              </a:rPr>
              <a:t>: </a:t>
            </a:r>
            <a:r>
              <a:rPr sz="1660" dirty="0" err="1">
                <a:solidFill>
                  <a:srgbClr val="232323"/>
                </a:solidFill>
                <a:latin typeface="Arial"/>
              </a:rPr>
              <a:t>evidencia</a:t>
            </a:r>
            <a:r>
              <a:rPr sz="1660" dirty="0">
                <a:solidFill>
                  <a:srgbClr val="232323"/>
                </a:solidFill>
                <a:latin typeface="Arial"/>
              </a:rPr>
              <a:t> documental que </a:t>
            </a:r>
            <a:r>
              <a:rPr sz="1660" dirty="0" err="1">
                <a:solidFill>
                  <a:srgbClr val="232323"/>
                </a:solidFill>
                <a:latin typeface="Arial"/>
              </a:rPr>
              <a:t>evita</a:t>
            </a:r>
            <a:r>
              <a:rPr sz="1660" dirty="0">
                <a:solidFill>
                  <a:srgbClr val="232323"/>
                </a:solidFill>
                <a:latin typeface="Arial"/>
              </a:rPr>
              <a:t> </a:t>
            </a:r>
            <a:r>
              <a:rPr sz="1660" dirty="0" err="1">
                <a:solidFill>
                  <a:srgbClr val="232323"/>
                </a:solidFill>
                <a:latin typeface="Arial"/>
              </a:rPr>
              <a:t>construir</a:t>
            </a:r>
            <a:r>
              <a:rPr sz="1660" dirty="0">
                <a:solidFill>
                  <a:srgbClr val="232323"/>
                </a:solidFill>
                <a:latin typeface="Arial"/>
              </a:rPr>
              <a:t> </a:t>
            </a:r>
            <a:r>
              <a:rPr sz="1660" dirty="0" err="1">
                <a:solidFill>
                  <a:srgbClr val="232323"/>
                </a:solidFill>
                <a:latin typeface="Arial"/>
              </a:rPr>
              <a:t>relaciones</a:t>
            </a:r>
            <a:r>
              <a:rPr sz="1660" dirty="0">
                <a:solidFill>
                  <a:srgbClr val="232323"/>
                </a:solidFill>
                <a:latin typeface="Arial"/>
              </a:rPr>
              <a:t> sin </a:t>
            </a:r>
            <a:r>
              <a:rPr sz="1660" dirty="0" err="1">
                <a:solidFill>
                  <a:srgbClr val="232323"/>
                </a:solidFill>
                <a:latin typeface="Arial"/>
              </a:rPr>
              <a:t>soporte</a:t>
            </a:r>
            <a:r>
              <a:rPr sz="1660" dirty="0">
                <a:solidFill>
                  <a:srgbClr val="232323"/>
                </a:solidFill>
                <a:latin typeface="Arial"/>
              </a:rPr>
              <a:t>.</a:t>
            </a:r>
          </a:p>
          <a:p>
            <a:pPr algn="l">
              <a:lnSpc>
                <a:spcPct val="150000"/>
              </a:lnSpc>
              <a:spcAft>
                <a:spcPts val="600"/>
              </a:spcAft>
              <a:defRPr/>
            </a:pPr>
            <a:r>
              <a:rPr sz="1560" b="1" dirty="0">
                <a:solidFill>
                  <a:srgbClr val="4949EE"/>
                </a:solidFill>
              </a:rPr>
              <a:t>●  </a:t>
            </a:r>
            <a:r>
              <a:rPr sz="1660" dirty="0">
                <a:solidFill>
                  <a:srgbClr val="232323"/>
                </a:solidFill>
                <a:latin typeface="Arial"/>
              </a:rPr>
              <a:t>LLMs: </a:t>
            </a:r>
            <a:r>
              <a:rPr sz="1660" dirty="0" err="1">
                <a:solidFill>
                  <a:srgbClr val="232323"/>
                </a:solidFill>
                <a:latin typeface="Arial"/>
              </a:rPr>
              <a:t>asistentes</a:t>
            </a:r>
            <a:r>
              <a:rPr sz="1660" dirty="0">
                <a:solidFill>
                  <a:srgbClr val="232323"/>
                </a:solidFill>
                <a:latin typeface="Arial"/>
              </a:rPr>
              <a:t> para </a:t>
            </a:r>
            <a:r>
              <a:rPr sz="1660" dirty="0" err="1">
                <a:solidFill>
                  <a:srgbClr val="232323"/>
                </a:solidFill>
                <a:latin typeface="Arial"/>
              </a:rPr>
              <a:t>generar</a:t>
            </a:r>
            <a:r>
              <a:rPr sz="1660" dirty="0">
                <a:solidFill>
                  <a:srgbClr val="232323"/>
                </a:solidFill>
                <a:latin typeface="Arial"/>
              </a:rPr>
              <a:t> </a:t>
            </a:r>
            <a:r>
              <a:rPr sz="1660" dirty="0" err="1">
                <a:solidFill>
                  <a:srgbClr val="232323"/>
                </a:solidFill>
                <a:latin typeface="Arial"/>
              </a:rPr>
              <a:t>candidatos</a:t>
            </a:r>
            <a:r>
              <a:rPr sz="1660" dirty="0">
                <a:solidFill>
                  <a:srgbClr val="232323"/>
                </a:solidFill>
                <a:latin typeface="Arial"/>
              </a:rPr>
              <a:t>, no </a:t>
            </a:r>
            <a:r>
              <a:rPr sz="1660" dirty="0" err="1">
                <a:solidFill>
                  <a:srgbClr val="232323"/>
                </a:solidFill>
                <a:latin typeface="Arial"/>
              </a:rPr>
              <a:t>fuentes</a:t>
            </a:r>
            <a:r>
              <a:rPr sz="1660" dirty="0">
                <a:solidFill>
                  <a:srgbClr val="232323"/>
                </a:solidFill>
                <a:latin typeface="Arial"/>
              </a:rPr>
              <a:t> de </a:t>
            </a:r>
            <a:r>
              <a:rPr sz="1660" dirty="0" err="1">
                <a:solidFill>
                  <a:srgbClr val="232323"/>
                </a:solidFill>
                <a:latin typeface="Arial"/>
              </a:rPr>
              <a:t>verdad</a:t>
            </a:r>
            <a:r>
              <a:rPr sz="1660" dirty="0">
                <a:solidFill>
                  <a:srgbClr val="232323"/>
                </a:solidFill>
                <a:latin typeface="Arial"/>
              </a:rPr>
              <a:t>.</a:t>
            </a:r>
          </a:p>
        </p:txBody>
      </p:sp>
      <p:sp>
        <p:nvSpPr>
          <p:cNvPr id="18" name="Regla metodológica: si la evidencia es insuficiente, se declara como no establecido en el corpus"/>
          <p:cNvSpPr/>
          <p:nvPr/>
        </p:nvSpPr>
        <p:spPr>
          <a:xfrm>
            <a:off x="960120" y="5330952"/>
            <a:ext cx="10012680" cy="411480"/>
          </a:xfrm>
          <a:prstGeom prst="roundRect">
            <a:avLst/>
          </a:prstGeom>
          <a:solidFill>
            <a:srgbClr val="E8E8FF"/>
          </a:solidFill>
          <a:ln w="1016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19" name="Regla metodológica: si la evidencia es insuficiente, se declara como no establecido en el corpus_txt"/>
          <p:cNvSpPr txBox="1"/>
          <p:nvPr/>
        </p:nvSpPr>
        <p:spPr>
          <a:xfrm>
            <a:off x="1014984" y="5399532"/>
            <a:ext cx="9902952" cy="338328"/>
          </a:xfrm>
          <a:prstGeom prst="rect">
            <a:avLst/>
          </a:prstGeom>
          <a:noFill/>
        </p:spPr>
        <p:txBody>
          <a:bodyPr wrap="square" lIns="18288" tIns="9144" rIns="18288" bIns="9144" anchor="t">
            <a:spAutoFit/>
          </a:bodyPr>
          <a:lstStyle/>
          <a:p>
            <a:pPr algn="ctr">
              <a:defRPr/>
            </a:pPr>
            <a:r>
              <a:rPr sz="1300" b="1" i="0">
                <a:solidFill>
                  <a:srgbClr val="4949EE"/>
                </a:solidFill>
                <a:latin typeface="Arial"/>
              </a:rPr>
              <a:t>Regla metodológica: si la evidencia es insuficiente, se declara como no establecido en el corpus</a:t>
            </a:r>
          </a:p>
        </p:txBody>
      </p:sp>
      <p:sp>
        <p:nvSpPr>
          <p:cNvPr id="20"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 prompts del </a:t>
            </a:r>
            <a:r>
              <a:rPr sz="1100" b="0" i="0" dirty="0" err="1">
                <a:solidFill>
                  <a:srgbClr val="464646"/>
                </a:solidFill>
                <a:latin typeface="Arial"/>
                <a:hlinkClick r:id="rId3"/>
              </a:rPr>
              <a:t>repositorio</a:t>
            </a:r>
            <a:r>
              <a:rPr sz="1100" b="0" i="0" dirty="0">
                <a:solidFill>
                  <a:srgbClr val="464646"/>
                </a:solidFill>
                <a:latin typeface="Arial"/>
                <a:hlinkClick r:id="rId3"/>
              </a:rPr>
              <a:t> para </a:t>
            </a:r>
            <a:r>
              <a:rPr sz="1100" b="0" i="0" dirty="0" err="1">
                <a:solidFill>
                  <a:srgbClr val="464646"/>
                </a:solidFill>
                <a:latin typeface="Arial"/>
                <a:hlinkClick r:id="rId3"/>
              </a:rPr>
              <a:t>planificación</a:t>
            </a:r>
            <a:r>
              <a:rPr sz="1100" b="0" i="0" dirty="0">
                <a:solidFill>
                  <a:srgbClr val="464646"/>
                </a:solidFill>
                <a:latin typeface="Arial"/>
                <a:hlinkClick r:id="rId3"/>
              </a:rPr>
              <a:t> de corpus y </a:t>
            </a:r>
            <a:r>
              <a:rPr sz="1100" b="0" i="0" dirty="0" err="1">
                <a:solidFill>
                  <a:srgbClr val="464646"/>
                </a:solidFill>
                <a:latin typeface="Arial"/>
                <a:hlinkClick r:id="rId3"/>
              </a:rPr>
              <a:t>extracción</a:t>
            </a:r>
            <a:r>
              <a:rPr sz="1100" b="0" i="0" dirty="0">
                <a:solidFill>
                  <a:srgbClr val="464646"/>
                </a:solidFill>
                <a:latin typeface="Arial"/>
                <a:hlinkClick r:id="rId3"/>
              </a:rPr>
              <a:t> </a:t>
            </a:r>
            <a:r>
              <a:rPr sz="1100" b="0" i="0" dirty="0" err="1">
                <a:solidFill>
                  <a:srgbClr val="464646"/>
                </a:solidFill>
                <a:latin typeface="Arial"/>
                <a:hlinkClick r:id="rId3"/>
              </a:rPr>
              <a:t>condicionada</a:t>
            </a:r>
            <a:r>
              <a:rPr sz="1100" b="0" i="0" dirty="0">
                <a:solidFill>
                  <a:srgbClr val="464646"/>
                </a:solidFill>
                <a:latin typeface="Arial"/>
                <a:hlinkClick r:id="rId3"/>
              </a:rPr>
              <a:t> </a:t>
            </a:r>
            <a:r>
              <a:rPr sz="1100" b="0" i="0" dirty="0" err="1">
                <a:solidFill>
                  <a:srgbClr val="464646"/>
                </a:solidFill>
                <a:latin typeface="Arial"/>
                <a:hlinkClick r:id="rId3"/>
              </a:rPr>
              <a:t>por</a:t>
            </a:r>
            <a:r>
              <a:rPr sz="1100" b="0" i="0" dirty="0">
                <a:solidFill>
                  <a:srgbClr val="464646"/>
                </a:solidFill>
                <a:latin typeface="Arial"/>
                <a:hlinkClick r:id="rId3"/>
              </a:rPr>
              <a:t> </a:t>
            </a:r>
            <a:r>
              <a:rPr sz="1100" b="0" i="0" dirty="0" err="1">
                <a:solidFill>
                  <a:srgbClr val="464646"/>
                </a:solidFill>
                <a:latin typeface="Arial"/>
                <a:hlinkClick r:id="rId3"/>
              </a:rPr>
              <a:t>evidencia</a:t>
            </a:r>
            <a:r>
              <a:rPr sz="1100" b="0" i="0" dirty="0">
                <a:solidFill>
                  <a:srgbClr val="464646"/>
                </a:solidFill>
                <a:latin typeface="Arial"/>
                <a:hlinkClick r:id="rId3"/>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713234" y="1051487"/>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Metodología</a:t>
            </a:r>
            <a:r>
              <a:rPr b="0" i="0" dirty="0">
                <a:solidFill>
                  <a:srgbClr val="4949EE"/>
                </a:solidFill>
                <a:latin typeface="Arial"/>
              </a:rPr>
              <a:t> LLM-driven </a:t>
            </a:r>
            <a:r>
              <a:rPr b="0" i="0" dirty="0" err="1">
                <a:solidFill>
                  <a:srgbClr val="4949EE"/>
                </a:solidFill>
                <a:latin typeface="Arial"/>
              </a:rPr>
              <a:t>propuesta</a:t>
            </a:r>
            <a:endParaRPr b="0" i="0" dirty="0">
              <a:solidFill>
                <a:srgbClr val="4949EE"/>
              </a:solidFill>
              <a:latin typeface="Arial"/>
            </a:endParaRPr>
          </a:p>
        </p:txBody>
      </p:sp>
      <p:cxnSp>
        <p:nvCxnSpPr>
          <p:cNvPr id="6" name="connector"/>
          <p:cNvCxnSpPr/>
          <p:nvPr/>
        </p:nvCxnSpPr>
        <p:spPr>
          <a:xfrm>
            <a:off x="1673353" y="2601468"/>
            <a:ext cx="137160" cy="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7" name="connector"/>
          <p:cNvCxnSpPr/>
          <p:nvPr/>
        </p:nvCxnSpPr>
        <p:spPr>
          <a:xfrm>
            <a:off x="3136392" y="2601468"/>
            <a:ext cx="137161" cy="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8" name="connector"/>
          <p:cNvCxnSpPr/>
          <p:nvPr/>
        </p:nvCxnSpPr>
        <p:spPr>
          <a:xfrm>
            <a:off x="4599433" y="2601468"/>
            <a:ext cx="137160" cy="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9" name="connector"/>
          <p:cNvCxnSpPr/>
          <p:nvPr/>
        </p:nvCxnSpPr>
        <p:spPr>
          <a:xfrm>
            <a:off x="6062473" y="2601468"/>
            <a:ext cx="137159" cy="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10" name="connector"/>
          <p:cNvCxnSpPr/>
          <p:nvPr/>
        </p:nvCxnSpPr>
        <p:spPr>
          <a:xfrm>
            <a:off x="7525512" y="2601468"/>
            <a:ext cx="137160" cy="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11" name="connector"/>
          <p:cNvCxnSpPr/>
          <p:nvPr/>
        </p:nvCxnSpPr>
        <p:spPr>
          <a:xfrm>
            <a:off x="8988552" y="2601468"/>
            <a:ext cx="137161" cy="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12" name="connector"/>
          <p:cNvCxnSpPr/>
          <p:nvPr/>
        </p:nvCxnSpPr>
        <p:spPr>
          <a:xfrm>
            <a:off x="10451593" y="2601468"/>
            <a:ext cx="137160" cy="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sp>
        <p:nvSpPr>
          <p:cNvPr id="13" name="step0"/>
          <p:cNvSpPr/>
          <p:nvPr/>
        </p:nvSpPr>
        <p:spPr>
          <a:xfrm>
            <a:off x="347473" y="2189987"/>
            <a:ext cx="1325880" cy="822960"/>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4" name="step0_text"/>
          <p:cNvSpPr txBox="1"/>
          <p:nvPr/>
        </p:nvSpPr>
        <p:spPr>
          <a:xfrm>
            <a:off x="393193" y="2404222"/>
            <a:ext cx="1234439"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Preguntas de
competencia</a:t>
            </a:r>
          </a:p>
        </p:txBody>
      </p:sp>
      <p:sp>
        <p:nvSpPr>
          <p:cNvPr id="15" name="step1"/>
          <p:cNvSpPr/>
          <p:nvPr/>
        </p:nvSpPr>
        <p:spPr>
          <a:xfrm>
            <a:off x="1810513" y="2189987"/>
            <a:ext cx="1325880" cy="822960"/>
          </a:xfrm>
          <a:prstGeom prst="roundRect">
            <a:avLst/>
          </a:prstGeom>
          <a:solidFill>
            <a:srgbClr val="E8F8EA"/>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6" name="step1_text"/>
          <p:cNvSpPr txBox="1"/>
          <p:nvPr/>
        </p:nvSpPr>
        <p:spPr>
          <a:xfrm>
            <a:off x="1856232" y="2404222"/>
            <a:ext cx="1234439"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Alcance de la
ontología</a:t>
            </a:r>
          </a:p>
        </p:txBody>
      </p:sp>
      <p:sp>
        <p:nvSpPr>
          <p:cNvPr id="17" name="step2"/>
          <p:cNvSpPr/>
          <p:nvPr/>
        </p:nvSpPr>
        <p:spPr>
          <a:xfrm>
            <a:off x="3273553" y="2189987"/>
            <a:ext cx="1325880" cy="822960"/>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8" name="step2_text"/>
          <p:cNvSpPr txBox="1"/>
          <p:nvPr/>
        </p:nvSpPr>
        <p:spPr>
          <a:xfrm>
            <a:off x="3319273" y="2404222"/>
            <a:ext cx="1234439"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Corpus
curado</a:t>
            </a:r>
          </a:p>
        </p:txBody>
      </p:sp>
      <p:sp>
        <p:nvSpPr>
          <p:cNvPr id="19" name="step3"/>
          <p:cNvSpPr/>
          <p:nvPr/>
        </p:nvSpPr>
        <p:spPr>
          <a:xfrm>
            <a:off x="4736593" y="2189987"/>
            <a:ext cx="1325880" cy="822960"/>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0" name="step3_text"/>
          <p:cNvSpPr txBox="1"/>
          <p:nvPr/>
        </p:nvSpPr>
        <p:spPr>
          <a:xfrm>
            <a:off x="4782312" y="2404222"/>
            <a:ext cx="1234439"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Extracción
3 LLMs</a:t>
            </a:r>
          </a:p>
        </p:txBody>
      </p:sp>
      <p:sp>
        <p:nvSpPr>
          <p:cNvPr id="21" name="step4"/>
          <p:cNvSpPr/>
          <p:nvPr/>
        </p:nvSpPr>
        <p:spPr>
          <a:xfrm>
            <a:off x="6199632" y="2189987"/>
            <a:ext cx="1325880" cy="822960"/>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2" name="step4_text"/>
          <p:cNvSpPr txBox="1"/>
          <p:nvPr/>
        </p:nvSpPr>
        <p:spPr>
          <a:xfrm>
            <a:off x="6245352" y="2404222"/>
            <a:ext cx="1234439"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Ontologías
candidatas</a:t>
            </a:r>
          </a:p>
        </p:txBody>
      </p:sp>
      <p:sp>
        <p:nvSpPr>
          <p:cNvPr id="23" name="step5"/>
          <p:cNvSpPr/>
          <p:nvPr/>
        </p:nvSpPr>
        <p:spPr>
          <a:xfrm>
            <a:off x="7662672" y="2189987"/>
            <a:ext cx="1325880" cy="822960"/>
          </a:xfrm>
          <a:prstGeom prst="roundRect">
            <a:avLst/>
          </a:prstGeom>
          <a:solidFill>
            <a:srgbClr val="E8F8EA"/>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4" name="step5_text"/>
          <p:cNvSpPr txBox="1"/>
          <p:nvPr/>
        </p:nvSpPr>
        <p:spPr>
          <a:xfrm>
            <a:off x="7708393" y="2296500"/>
            <a:ext cx="1234439" cy="664797"/>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Comparación y
armonización</a:t>
            </a:r>
          </a:p>
        </p:txBody>
      </p:sp>
      <p:sp>
        <p:nvSpPr>
          <p:cNvPr id="25" name="step6"/>
          <p:cNvSpPr/>
          <p:nvPr/>
        </p:nvSpPr>
        <p:spPr>
          <a:xfrm>
            <a:off x="9125713" y="2189987"/>
            <a:ext cx="1325880" cy="822960"/>
          </a:xfrm>
          <a:prstGeom prst="roundRect">
            <a:avLst/>
          </a:prstGeom>
          <a:solidFill>
            <a:srgbClr val="E8E8FF"/>
          </a:solidFill>
          <a:ln w="15240">
            <a:solidFill>
              <a:srgbClr val="232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6" name="step6_text"/>
          <p:cNvSpPr txBox="1"/>
          <p:nvPr/>
        </p:nvSpPr>
        <p:spPr>
          <a:xfrm>
            <a:off x="9171433" y="2296500"/>
            <a:ext cx="1234439" cy="664797"/>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Consolidación
OWL/RDF</a:t>
            </a:r>
          </a:p>
        </p:txBody>
      </p:sp>
      <p:sp>
        <p:nvSpPr>
          <p:cNvPr id="27" name="step7"/>
          <p:cNvSpPr/>
          <p:nvPr/>
        </p:nvSpPr>
        <p:spPr>
          <a:xfrm>
            <a:off x="10588753" y="2189987"/>
            <a:ext cx="1325880" cy="822960"/>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8" name="step7_text"/>
          <p:cNvSpPr txBox="1"/>
          <p:nvPr/>
        </p:nvSpPr>
        <p:spPr>
          <a:xfrm>
            <a:off x="10634473" y="2404222"/>
            <a:ext cx="1234439"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Validación
experta</a:t>
            </a:r>
          </a:p>
        </p:txBody>
      </p:sp>
      <p:sp>
        <p:nvSpPr>
          <p:cNvPr id="29" name="Realizado / evidenciado"/>
          <p:cNvSpPr/>
          <p:nvPr/>
        </p:nvSpPr>
        <p:spPr>
          <a:xfrm>
            <a:off x="832106" y="3744468"/>
            <a:ext cx="3337560" cy="1417320"/>
          </a:xfrm>
          <a:prstGeom prst="roundRect">
            <a:avLst/>
          </a:prstGeom>
          <a:solidFill>
            <a:srgbClr val="E8F8EA"/>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0" name="Realizado / evidenciado_strip"/>
          <p:cNvSpPr/>
          <p:nvPr/>
        </p:nvSpPr>
        <p:spPr>
          <a:xfrm>
            <a:off x="832106" y="3744468"/>
            <a:ext cx="3337560" cy="320040"/>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1" name="Realizado / evidenciado_title"/>
          <p:cNvSpPr txBox="1"/>
          <p:nvPr/>
        </p:nvSpPr>
        <p:spPr>
          <a:xfrm>
            <a:off x="950978" y="3817620"/>
            <a:ext cx="3108960" cy="233910"/>
          </a:xfrm>
          <a:prstGeom prst="rect">
            <a:avLst/>
          </a:prstGeom>
          <a:noFill/>
        </p:spPr>
        <p:txBody>
          <a:bodyPr wrap="square" lIns="18288" tIns="9144" rIns="18288" bIns="9144" anchor="t">
            <a:spAutoFit/>
          </a:bodyPr>
          <a:lstStyle/>
          <a:p>
            <a:pPr algn="l">
              <a:defRPr/>
            </a:pPr>
            <a:r>
              <a:rPr sz="1400" b="1" i="0">
                <a:solidFill>
                  <a:srgbClr val="FFFFFF"/>
                </a:solidFill>
                <a:latin typeface="Arial"/>
              </a:rPr>
              <a:t>Realizado / evidenciado</a:t>
            </a:r>
          </a:p>
        </p:txBody>
      </p:sp>
      <p:sp>
        <p:nvSpPr>
          <p:cNvPr id="32" name="Realizado / evidenciado_body"/>
          <p:cNvSpPr txBox="1"/>
          <p:nvPr/>
        </p:nvSpPr>
        <p:spPr>
          <a:xfrm>
            <a:off x="996698" y="4183380"/>
            <a:ext cx="3017520" cy="664797"/>
          </a:xfrm>
          <a:prstGeom prst="rect">
            <a:avLst/>
          </a:prstGeom>
          <a:noFill/>
        </p:spPr>
        <p:txBody>
          <a:bodyPr wrap="square" lIns="18288" tIns="9144" rIns="18288" bIns="9144" anchor="t">
            <a:spAutoFit/>
          </a:bodyPr>
          <a:lstStyle/>
          <a:p>
            <a:pPr algn="l">
              <a:defRPr/>
            </a:pPr>
            <a:r>
              <a:rPr sz="1400" b="0" i="0">
                <a:solidFill>
                  <a:srgbClr val="232323"/>
                </a:solidFill>
                <a:latin typeface="Arial"/>
              </a:rPr>
              <a:t>Prompts, preguntas ALC-01 a ALC-08, paquetes de corpus, respuestas y CSV por LLM.</a:t>
            </a:r>
          </a:p>
        </p:txBody>
      </p:sp>
      <p:sp>
        <p:nvSpPr>
          <p:cNvPr id="33" name="En curso"/>
          <p:cNvSpPr/>
          <p:nvPr/>
        </p:nvSpPr>
        <p:spPr>
          <a:xfrm>
            <a:off x="4462274" y="3744468"/>
            <a:ext cx="3337560" cy="1417320"/>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4" name="En curso_strip"/>
          <p:cNvSpPr/>
          <p:nvPr/>
        </p:nvSpPr>
        <p:spPr>
          <a:xfrm>
            <a:off x="4462274" y="3744468"/>
            <a:ext cx="333756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5" name="En curso_title"/>
          <p:cNvSpPr txBox="1"/>
          <p:nvPr/>
        </p:nvSpPr>
        <p:spPr>
          <a:xfrm>
            <a:off x="4581146" y="3817620"/>
            <a:ext cx="3108960" cy="233910"/>
          </a:xfrm>
          <a:prstGeom prst="rect">
            <a:avLst/>
          </a:prstGeom>
          <a:noFill/>
        </p:spPr>
        <p:txBody>
          <a:bodyPr wrap="square" lIns="18288" tIns="9144" rIns="18288" bIns="9144" anchor="t">
            <a:spAutoFit/>
          </a:bodyPr>
          <a:lstStyle/>
          <a:p>
            <a:pPr algn="l">
              <a:defRPr/>
            </a:pPr>
            <a:r>
              <a:rPr sz="1400" b="1" i="0">
                <a:solidFill>
                  <a:srgbClr val="FFFFFF"/>
                </a:solidFill>
                <a:latin typeface="Arial"/>
              </a:rPr>
              <a:t>En curso</a:t>
            </a:r>
          </a:p>
        </p:txBody>
      </p:sp>
      <p:sp>
        <p:nvSpPr>
          <p:cNvPr id="36" name="En curso_body"/>
          <p:cNvSpPr txBox="1"/>
          <p:nvPr/>
        </p:nvSpPr>
        <p:spPr>
          <a:xfrm>
            <a:off x="4626865" y="4183380"/>
            <a:ext cx="3017520" cy="886968"/>
          </a:xfrm>
          <a:prstGeom prst="rect">
            <a:avLst/>
          </a:prstGeom>
          <a:noFill/>
        </p:spPr>
        <p:txBody>
          <a:bodyPr wrap="square" lIns="18288" tIns="9144" rIns="18288" bIns="9144" anchor="t">
            <a:spAutoFit/>
          </a:bodyPr>
          <a:lstStyle/>
          <a:p>
            <a:pPr algn="l">
              <a:defRPr/>
            </a:pPr>
            <a:r>
              <a:rPr sz="1400" b="0" i="0">
                <a:solidFill>
                  <a:srgbClr val="232323"/>
                </a:solidFill>
                <a:latin typeface="Arial"/>
              </a:rPr>
              <a:t>Comparación entre salidas, deduplicación, normalización terminológica y revisión de consistencia.</a:t>
            </a:r>
          </a:p>
        </p:txBody>
      </p:sp>
      <p:sp>
        <p:nvSpPr>
          <p:cNvPr id="37" name="Pendiente"/>
          <p:cNvSpPr/>
          <p:nvPr/>
        </p:nvSpPr>
        <p:spPr>
          <a:xfrm>
            <a:off x="8119874" y="3744468"/>
            <a:ext cx="3108960" cy="1417320"/>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8" name="Pendiente_strip"/>
          <p:cNvSpPr/>
          <p:nvPr/>
        </p:nvSpPr>
        <p:spPr>
          <a:xfrm>
            <a:off x="8119874" y="3744468"/>
            <a:ext cx="3108960" cy="320040"/>
          </a:xfrm>
          <a:prstGeom prst="roundRect">
            <a:avLst/>
          </a:prstGeom>
          <a:solidFill>
            <a:srgbClr val="F66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9" name="Pendiente_title"/>
          <p:cNvSpPr txBox="1"/>
          <p:nvPr/>
        </p:nvSpPr>
        <p:spPr>
          <a:xfrm>
            <a:off x="8238746" y="3817620"/>
            <a:ext cx="2880360" cy="233910"/>
          </a:xfrm>
          <a:prstGeom prst="rect">
            <a:avLst/>
          </a:prstGeom>
          <a:noFill/>
        </p:spPr>
        <p:txBody>
          <a:bodyPr wrap="square" lIns="18288" tIns="9144" rIns="18288" bIns="9144" anchor="t">
            <a:spAutoFit/>
          </a:bodyPr>
          <a:lstStyle/>
          <a:p>
            <a:pPr algn="l">
              <a:defRPr/>
            </a:pPr>
            <a:r>
              <a:rPr sz="1400" b="1" i="0">
                <a:solidFill>
                  <a:srgbClr val="FFFFFF"/>
                </a:solidFill>
                <a:latin typeface="Arial"/>
              </a:rPr>
              <a:t>Pendiente</a:t>
            </a:r>
          </a:p>
        </p:txBody>
      </p:sp>
      <p:sp>
        <p:nvSpPr>
          <p:cNvPr id="40" name="Pendiente_body"/>
          <p:cNvSpPr txBox="1"/>
          <p:nvPr/>
        </p:nvSpPr>
        <p:spPr>
          <a:xfrm>
            <a:off x="8284465" y="4183380"/>
            <a:ext cx="2788920" cy="664797"/>
          </a:xfrm>
          <a:prstGeom prst="rect">
            <a:avLst/>
          </a:prstGeom>
          <a:noFill/>
        </p:spPr>
        <p:txBody>
          <a:bodyPr wrap="square" lIns="18288" tIns="9144" rIns="18288" bIns="9144" anchor="t">
            <a:spAutoFit/>
          </a:bodyPr>
          <a:lstStyle/>
          <a:p>
            <a:pPr algn="l">
              <a:defRPr/>
            </a:pPr>
            <a:r>
              <a:rPr sz="1400" b="0" i="0">
                <a:solidFill>
                  <a:srgbClr val="232323"/>
                </a:solidFill>
                <a:latin typeface="Arial"/>
              </a:rPr>
              <a:t>Formalización OWL final, pruebas de coherencia y validación experta de dominio.</a:t>
            </a:r>
          </a:p>
        </p:txBody>
      </p:sp>
      <p:sp>
        <p:nvSpPr>
          <p:cNvPr id="41" name="principle"/>
          <p:cNvSpPr txBox="1"/>
          <p:nvPr/>
        </p:nvSpPr>
        <p:spPr>
          <a:xfrm>
            <a:off x="1051560" y="5532120"/>
            <a:ext cx="9875520" cy="320040"/>
          </a:xfrm>
          <a:prstGeom prst="rect">
            <a:avLst/>
          </a:prstGeom>
          <a:noFill/>
        </p:spPr>
        <p:txBody>
          <a:bodyPr wrap="square" lIns="18288" tIns="9144" rIns="18288" bIns="9144" anchor="t">
            <a:spAutoFit/>
          </a:bodyPr>
          <a:lstStyle/>
          <a:p>
            <a:pPr algn="ctr">
              <a:defRPr/>
            </a:pPr>
            <a:r>
              <a:rPr sz="1750" b="1" i="0">
                <a:solidFill>
                  <a:srgbClr val="232323"/>
                </a:solidFill>
                <a:latin typeface="Arial"/>
              </a:rPr>
              <a:t>Principio de diseño: mismas condiciones de prompting y corpus para comparar los tres LLMs.</a:t>
            </a:r>
          </a:p>
        </p:txBody>
      </p:sp>
      <p:sp>
        <p:nvSpPr>
          <p:cNvPr id="42"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 README y prompts del </a:t>
            </a:r>
            <a:r>
              <a:rPr sz="1100" b="0" i="0" dirty="0" err="1">
                <a:solidFill>
                  <a:srgbClr val="464646"/>
                </a:solidFill>
                <a:latin typeface="Arial"/>
                <a:hlinkClick r:id="rId3"/>
              </a:rPr>
              <a:t>repositorio</a:t>
            </a:r>
            <a:r>
              <a:rPr sz="1100" b="0" i="0" dirty="0">
                <a:solidFill>
                  <a:srgbClr val="464646"/>
                </a:solidFill>
                <a:latin typeface="Arial"/>
                <a:hlinkClick r:id="rId3"/>
              </a:rPr>
              <a:t>; </a:t>
            </a:r>
            <a:r>
              <a:rPr sz="1100" b="0" i="0" dirty="0" err="1">
                <a:solidFill>
                  <a:srgbClr val="464646"/>
                </a:solidFill>
                <a:latin typeface="Arial"/>
                <a:hlinkClick r:id="rId3"/>
              </a:rPr>
              <a:t>flujo</a:t>
            </a:r>
            <a:r>
              <a:rPr sz="1100" b="0" i="0" dirty="0">
                <a:solidFill>
                  <a:srgbClr val="464646"/>
                </a:solidFill>
                <a:latin typeface="Arial"/>
                <a:hlinkClick r:id="rId3"/>
              </a:rPr>
              <a:t> </a:t>
            </a:r>
            <a:r>
              <a:rPr sz="1100" b="0" i="0" dirty="0" err="1">
                <a:solidFill>
                  <a:srgbClr val="464646"/>
                </a:solidFill>
                <a:latin typeface="Arial"/>
                <a:hlinkClick r:id="rId3"/>
              </a:rPr>
              <a:t>sintetizado</a:t>
            </a:r>
            <a:r>
              <a:rPr sz="1100" b="0" i="0" dirty="0">
                <a:solidFill>
                  <a:srgbClr val="464646"/>
                </a:solidFill>
                <a:latin typeface="Arial"/>
                <a:hlinkClick r:id="rId3"/>
              </a:rPr>
              <a:t> a </a:t>
            </a:r>
            <a:r>
              <a:rPr sz="1100" b="0" i="0" dirty="0" err="1">
                <a:solidFill>
                  <a:srgbClr val="464646"/>
                </a:solidFill>
                <a:latin typeface="Arial"/>
                <a:hlinkClick r:id="rId3"/>
              </a:rPr>
              <a:t>partir</a:t>
            </a:r>
            <a:r>
              <a:rPr sz="1100" b="0" i="0" dirty="0">
                <a:solidFill>
                  <a:srgbClr val="464646"/>
                </a:solidFill>
                <a:latin typeface="Arial"/>
                <a:hlinkClick r:id="rId3"/>
              </a:rPr>
              <a:t> de </a:t>
            </a:r>
            <a:r>
              <a:rPr sz="1100" b="0" i="0" dirty="0" err="1">
                <a:solidFill>
                  <a:srgbClr val="464646"/>
                </a:solidFill>
                <a:latin typeface="Arial"/>
                <a:hlinkClick r:id="rId3"/>
              </a:rPr>
              <a:t>los</a:t>
            </a:r>
            <a:r>
              <a:rPr sz="1100" b="0" i="0" dirty="0">
                <a:solidFill>
                  <a:srgbClr val="464646"/>
                </a:solidFill>
                <a:latin typeface="Arial"/>
                <a:hlinkClick r:id="rId3"/>
              </a:rPr>
              <a:t> </a:t>
            </a:r>
            <a:r>
              <a:rPr sz="1100" b="0" i="0" dirty="0" err="1">
                <a:solidFill>
                  <a:srgbClr val="464646"/>
                </a:solidFill>
                <a:latin typeface="Arial"/>
                <a:hlinkClick r:id="rId3"/>
              </a:rPr>
              <a:t>artefactos</a:t>
            </a:r>
            <a:r>
              <a:rPr sz="1100" b="0" i="0" dirty="0">
                <a:solidFill>
                  <a:srgbClr val="464646"/>
                </a:solidFill>
                <a:latin typeface="Arial"/>
                <a:hlinkClick r:id="rId3"/>
              </a:rPr>
              <a:t> </a:t>
            </a:r>
            <a:r>
              <a:rPr sz="1100" b="0" i="0" dirty="0" err="1">
                <a:solidFill>
                  <a:srgbClr val="464646"/>
                </a:solidFill>
                <a:latin typeface="Arial"/>
                <a:hlinkClick r:id="rId3"/>
              </a:rPr>
              <a:t>disponibles</a:t>
            </a:r>
            <a:r>
              <a:rPr sz="1100" b="0" i="0" dirty="0">
                <a:solidFill>
                  <a:srgbClr val="464646"/>
                </a:solidFill>
                <a:latin typeface="Arial"/>
                <a:hlinkClick r:id="rId3"/>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836612" y="800100"/>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Modelo</a:t>
            </a:r>
            <a:r>
              <a:rPr b="0" i="0" dirty="0">
                <a:solidFill>
                  <a:srgbClr val="4949EE"/>
                </a:solidFill>
                <a:latin typeface="Arial"/>
              </a:rPr>
              <a:t> conceptual </a:t>
            </a:r>
            <a:r>
              <a:rPr b="0" i="0" dirty="0" err="1">
                <a:solidFill>
                  <a:srgbClr val="4949EE"/>
                </a:solidFill>
                <a:latin typeface="Arial"/>
              </a:rPr>
              <a:t>multiescala</a:t>
            </a:r>
            <a:endParaRPr b="0" i="0" dirty="0">
              <a:solidFill>
                <a:srgbClr val="4949EE"/>
              </a:solidFill>
              <a:latin typeface="Arial"/>
            </a:endParaRPr>
          </a:p>
        </p:txBody>
      </p:sp>
      <p:cxnSp>
        <p:nvCxnSpPr>
          <p:cNvPr id="6" name="connector"/>
          <p:cNvCxnSpPr/>
          <p:nvPr/>
        </p:nvCxnSpPr>
        <p:spPr>
          <a:xfrm flipV="1">
            <a:off x="5952742" y="1943100"/>
            <a:ext cx="2057400" cy="146304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7" name="connector"/>
          <p:cNvCxnSpPr/>
          <p:nvPr/>
        </p:nvCxnSpPr>
        <p:spPr>
          <a:xfrm flipV="1">
            <a:off x="5952742" y="2948940"/>
            <a:ext cx="2057400" cy="45720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8" name="connector"/>
          <p:cNvCxnSpPr/>
          <p:nvPr/>
        </p:nvCxnSpPr>
        <p:spPr>
          <a:xfrm>
            <a:off x="5952742" y="3406140"/>
            <a:ext cx="2057400" cy="54864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9" name="connector"/>
          <p:cNvCxnSpPr/>
          <p:nvPr/>
        </p:nvCxnSpPr>
        <p:spPr>
          <a:xfrm>
            <a:off x="5952742" y="3406140"/>
            <a:ext cx="2057400" cy="155448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10" name="connector"/>
          <p:cNvCxnSpPr/>
          <p:nvPr/>
        </p:nvCxnSpPr>
        <p:spPr>
          <a:xfrm flipH="1" flipV="1">
            <a:off x="3300983" y="1943100"/>
            <a:ext cx="1828800" cy="146304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11" name="connector"/>
          <p:cNvCxnSpPr/>
          <p:nvPr/>
        </p:nvCxnSpPr>
        <p:spPr>
          <a:xfrm flipH="1" flipV="1">
            <a:off x="3300983" y="2948940"/>
            <a:ext cx="1828800" cy="45720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12" name="connector"/>
          <p:cNvCxnSpPr/>
          <p:nvPr/>
        </p:nvCxnSpPr>
        <p:spPr>
          <a:xfrm flipH="1">
            <a:off x="3300983" y="3406140"/>
            <a:ext cx="1828800" cy="54864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13" name="connector"/>
          <p:cNvCxnSpPr/>
          <p:nvPr/>
        </p:nvCxnSpPr>
        <p:spPr>
          <a:xfrm flipH="1">
            <a:off x="3300983" y="3406140"/>
            <a:ext cx="1828800" cy="155448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sp>
        <p:nvSpPr>
          <p:cNvPr id="14" name="scale_node"/>
          <p:cNvSpPr/>
          <p:nvPr/>
        </p:nvSpPr>
        <p:spPr>
          <a:xfrm>
            <a:off x="923543" y="1577340"/>
            <a:ext cx="2331720" cy="786384"/>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5" name="scale_node_text"/>
          <p:cNvSpPr txBox="1"/>
          <p:nvPr/>
        </p:nvSpPr>
        <p:spPr>
          <a:xfrm>
            <a:off x="969263" y="1659636"/>
            <a:ext cx="2240279" cy="676656"/>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Escala
Micro/mini · Lab
Piloto · Industrial</a:t>
            </a:r>
          </a:p>
        </p:txBody>
      </p:sp>
      <p:sp>
        <p:nvSpPr>
          <p:cNvPr id="16" name="volume_node"/>
          <p:cNvSpPr/>
          <p:nvPr/>
        </p:nvSpPr>
        <p:spPr>
          <a:xfrm>
            <a:off x="923543" y="2583180"/>
            <a:ext cx="2331720" cy="694944"/>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7" name="volume_node_text"/>
          <p:cNvSpPr txBox="1"/>
          <p:nvPr/>
        </p:nvSpPr>
        <p:spPr>
          <a:xfrm>
            <a:off x="969263" y="2733407"/>
            <a:ext cx="2240279"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Volumen
de trabajo</a:t>
            </a:r>
          </a:p>
        </p:txBody>
      </p:sp>
      <p:sp>
        <p:nvSpPr>
          <p:cNvPr id="18" name="vars_node"/>
          <p:cNvSpPr/>
          <p:nvPr/>
        </p:nvSpPr>
        <p:spPr>
          <a:xfrm>
            <a:off x="923543" y="3589020"/>
            <a:ext cx="2331720" cy="786384"/>
          </a:xfrm>
          <a:prstGeom prst="roundRect">
            <a:avLst/>
          </a:prstGeom>
          <a:solidFill>
            <a:srgbClr val="E8F8EA"/>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9" name="vars_node_text"/>
          <p:cNvSpPr txBox="1"/>
          <p:nvPr/>
        </p:nvSpPr>
        <p:spPr>
          <a:xfrm>
            <a:off x="969263" y="3671315"/>
            <a:ext cx="2240279" cy="676656"/>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Variables
pH · DO · biomasa
temperatura</a:t>
            </a:r>
          </a:p>
        </p:txBody>
      </p:sp>
      <p:sp>
        <p:nvSpPr>
          <p:cNvPr id="20" name="modes_node"/>
          <p:cNvSpPr/>
          <p:nvPr/>
        </p:nvSpPr>
        <p:spPr>
          <a:xfrm>
            <a:off x="923543" y="4594860"/>
            <a:ext cx="2331720" cy="786384"/>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1" name="modes_node_text"/>
          <p:cNvSpPr txBox="1"/>
          <p:nvPr/>
        </p:nvSpPr>
        <p:spPr>
          <a:xfrm>
            <a:off x="969263" y="4677156"/>
            <a:ext cx="2240279" cy="676656"/>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Modos / eventos
batch · fed-batch
alarmas</a:t>
            </a:r>
          </a:p>
        </p:txBody>
      </p:sp>
      <p:sp>
        <p:nvSpPr>
          <p:cNvPr id="22" name="bioreactor_system"/>
          <p:cNvSpPr/>
          <p:nvPr/>
        </p:nvSpPr>
        <p:spPr>
          <a:xfrm>
            <a:off x="4306823" y="2948940"/>
            <a:ext cx="2331720" cy="868680"/>
          </a:xfrm>
          <a:prstGeom prst="roundRect">
            <a:avLst/>
          </a:prstGeom>
          <a:solidFill>
            <a:srgbClr val="FFFFFF"/>
          </a:solidFill>
          <a:ln w="15240">
            <a:solidFill>
              <a:srgbClr val="232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3" name="bioreactor_system_text"/>
          <p:cNvSpPr txBox="1"/>
          <p:nvPr/>
        </p:nvSpPr>
        <p:spPr>
          <a:xfrm>
            <a:off x="4352543" y="3186035"/>
            <a:ext cx="2240279"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BioreactorSystem
clase candidata</a:t>
            </a:r>
          </a:p>
        </p:txBody>
      </p:sp>
      <p:sp>
        <p:nvSpPr>
          <p:cNvPr id="24" name="biolector_node"/>
          <p:cNvSpPr/>
          <p:nvPr/>
        </p:nvSpPr>
        <p:spPr>
          <a:xfrm>
            <a:off x="8147303" y="1577340"/>
            <a:ext cx="2606040" cy="786384"/>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5" name="biolector_node_text"/>
          <p:cNvSpPr txBox="1"/>
          <p:nvPr/>
        </p:nvSpPr>
        <p:spPr>
          <a:xfrm>
            <a:off x="8193023" y="1773287"/>
            <a:ext cx="2514600"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BioLector XT
microbiorreactor</a:t>
            </a:r>
          </a:p>
        </p:txBody>
      </p:sp>
      <p:sp>
        <p:nvSpPr>
          <p:cNvPr id="26" name="biostat_node"/>
          <p:cNvSpPr/>
          <p:nvPr/>
        </p:nvSpPr>
        <p:spPr>
          <a:xfrm>
            <a:off x="8147303" y="2583180"/>
            <a:ext cx="2606040" cy="694944"/>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7" name="biostat_node_text"/>
          <p:cNvSpPr txBox="1"/>
          <p:nvPr/>
        </p:nvSpPr>
        <p:spPr>
          <a:xfrm>
            <a:off x="8193023" y="2733407"/>
            <a:ext cx="2514600"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Biostat B /
UniVessel Glass</a:t>
            </a:r>
          </a:p>
        </p:txBody>
      </p:sp>
      <p:sp>
        <p:nvSpPr>
          <p:cNvPr id="28" name="sensors_node"/>
          <p:cNvSpPr/>
          <p:nvPr/>
        </p:nvSpPr>
        <p:spPr>
          <a:xfrm>
            <a:off x="8147303" y="3589020"/>
            <a:ext cx="2606040" cy="694944"/>
          </a:xfrm>
          <a:prstGeom prst="roundRect">
            <a:avLst/>
          </a:prstGeom>
          <a:solidFill>
            <a:srgbClr val="E8F8EA"/>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9" name="sensors_node_text"/>
          <p:cNvSpPr txBox="1"/>
          <p:nvPr/>
        </p:nvSpPr>
        <p:spPr>
          <a:xfrm>
            <a:off x="8193023" y="3739246"/>
            <a:ext cx="2514600"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Sensores /
optodos</a:t>
            </a:r>
          </a:p>
        </p:txBody>
      </p:sp>
      <p:sp>
        <p:nvSpPr>
          <p:cNvPr id="30" name="act_node"/>
          <p:cNvSpPr/>
          <p:nvPr/>
        </p:nvSpPr>
        <p:spPr>
          <a:xfrm>
            <a:off x="8147303" y="4594860"/>
            <a:ext cx="2606040" cy="786384"/>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1" name="act_node_text"/>
          <p:cNvSpPr txBox="1"/>
          <p:nvPr/>
        </p:nvSpPr>
        <p:spPr>
          <a:xfrm>
            <a:off x="8193023" y="4790807"/>
            <a:ext cx="2514600"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Actuadores /
control</a:t>
            </a:r>
          </a:p>
        </p:txBody>
      </p:sp>
      <p:sp>
        <p:nvSpPr>
          <p:cNvPr id="32" name="Equivalencias funcionales entre escalas: candidatas y sujetas a validación"/>
          <p:cNvSpPr/>
          <p:nvPr/>
        </p:nvSpPr>
        <p:spPr>
          <a:xfrm>
            <a:off x="2295143" y="5875020"/>
            <a:ext cx="7726679" cy="365760"/>
          </a:xfrm>
          <a:prstGeom prst="roundRect">
            <a:avLst/>
          </a:prstGeom>
          <a:solidFill>
            <a:srgbClr val="E8E8FF"/>
          </a:solidFill>
          <a:ln w="1016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3" name="Equivalencias funcionales entre escalas: candidatas y sujetas a validación_txt"/>
          <p:cNvSpPr txBox="1"/>
          <p:nvPr/>
        </p:nvSpPr>
        <p:spPr>
          <a:xfrm>
            <a:off x="2350007" y="5943600"/>
            <a:ext cx="7616952" cy="233910"/>
          </a:xfrm>
          <a:prstGeom prst="rect">
            <a:avLst/>
          </a:prstGeom>
          <a:noFill/>
        </p:spPr>
        <p:txBody>
          <a:bodyPr wrap="square" lIns="18288" tIns="9144" rIns="18288" bIns="9144" anchor="t">
            <a:spAutoFit/>
          </a:bodyPr>
          <a:lstStyle/>
          <a:p>
            <a:pPr algn="ctr">
              <a:defRPr/>
            </a:pPr>
            <a:r>
              <a:rPr sz="1400" b="1" i="0">
                <a:solidFill>
                  <a:srgbClr val="4949EE"/>
                </a:solidFill>
                <a:latin typeface="Arial"/>
              </a:rPr>
              <a:t>Equivalencias funcionales entre escalas: candidatas y sujetas a validación</a:t>
            </a:r>
          </a:p>
        </p:txBody>
      </p:sp>
      <p:sp>
        <p:nvSpPr>
          <p:cNvPr id="34"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Fuentes: ALC-01, ALC-04 y ALC-07; </a:t>
            </a:r>
            <a:r>
              <a:rPr sz="1100" b="0" i="0" dirty="0" err="1">
                <a:solidFill>
                  <a:srgbClr val="464646"/>
                </a:solidFill>
                <a:latin typeface="Arial"/>
                <a:hlinkClick r:id="rId3"/>
              </a:rPr>
              <a:t>conceptos</a:t>
            </a:r>
            <a:r>
              <a:rPr sz="1100" b="0" i="0" dirty="0">
                <a:solidFill>
                  <a:srgbClr val="464646"/>
                </a:solidFill>
                <a:latin typeface="Arial"/>
                <a:hlinkClick r:id="rId3"/>
              </a:rPr>
              <a:t>/</a:t>
            </a:r>
            <a:r>
              <a:rPr sz="1100" b="0" i="0" dirty="0" err="1">
                <a:solidFill>
                  <a:srgbClr val="464646"/>
                </a:solidFill>
                <a:latin typeface="Arial"/>
                <a:hlinkClick r:id="rId3"/>
              </a:rPr>
              <a:t>relaciones</a:t>
            </a:r>
            <a:r>
              <a:rPr sz="1100" b="0" i="0" dirty="0">
                <a:solidFill>
                  <a:srgbClr val="464646"/>
                </a:solidFill>
                <a:latin typeface="Arial"/>
                <a:hlinkClick r:id="rId3"/>
              </a:rPr>
              <a:t> se </a:t>
            </a:r>
            <a:r>
              <a:rPr sz="1100" b="0" i="0" dirty="0" err="1">
                <a:solidFill>
                  <a:srgbClr val="464646"/>
                </a:solidFill>
                <a:latin typeface="Arial"/>
                <a:hlinkClick r:id="rId3"/>
              </a:rPr>
              <a:t>presentan</a:t>
            </a:r>
            <a:r>
              <a:rPr sz="1100" b="0" i="0" dirty="0">
                <a:solidFill>
                  <a:srgbClr val="464646"/>
                </a:solidFill>
                <a:latin typeface="Arial"/>
                <a:hlinkClick r:id="rId3"/>
              </a:rPr>
              <a:t> </a:t>
            </a:r>
            <a:r>
              <a:rPr sz="1100" b="0" i="0" dirty="0" err="1">
                <a:solidFill>
                  <a:srgbClr val="464646"/>
                </a:solidFill>
                <a:latin typeface="Arial"/>
                <a:hlinkClick r:id="rId3"/>
              </a:rPr>
              <a:t>como</a:t>
            </a:r>
            <a:r>
              <a:rPr sz="1100" b="0" i="0" dirty="0">
                <a:solidFill>
                  <a:srgbClr val="464646"/>
                </a:solidFill>
                <a:latin typeface="Arial"/>
                <a:hlinkClick r:id="rId3"/>
              </a:rPr>
              <a:t> </a:t>
            </a:r>
            <a:r>
              <a:rPr sz="1100" b="0" i="0" dirty="0" err="1">
                <a:solidFill>
                  <a:srgbClr val="464646"/>
                </a:solidFill>
                <a:latin typeface="Arial"/>
                <a:hlinkClick r:id="rId3"/>
              </a:rPr>
              <a:t>candidatos</a:t>
            </a:r>
            <a:r>
              <a:rPr sz="1100" b="0" i="0" dirty="0">
                <a:solidFill>
                  <a:srgbClr val="464646"/>
                </a:solidFill>
                <a:latin typeface="Arial"/>
                <a:hlinkClick r:id="rId3"/>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685800" y="856697"/>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Estrategia</a:t>
            </a:r>
            <a:r>
              <a:rPr b="0" i="0" dirty="0">
                <a:solidFill>
                  <a:srgbClr val="4949EE"/>
                </a:solidFill>
                <a:latin typeface="Arial"/>
              </a:rPr>
              <a:t> de </a:t>
            </a:r>
            <a:r>
              <a:rPr b="0" i="0" dirty="0" err="1">
                <a:solidFill>
                  <a:srgbClr val="4949EE"/>
                </a:solidFill>
                <a:latin typeface="Arial"/>
              </a:rPr>
              <a:t>comparación</a:t>
            </a:r>
            <a:r>
              <a:rPr b="0" i="0" dirty="0">
                <a:solidFill>
                  <a:srgbClr val="4949EE"/>
                </a:solidFill>
                <a:latin typeface="Arial"/>
              </a:rPr>
              <a:t> entre LLMs</a:t>
            </a:r>
          </a:p>
        </p:txBody>
      </p:sp>
      <p:cxnSp>
        <p:nvCxnSpPr>
          <p:cNvPr id="6" name="connector"/>
          <p:cNvCxnSpPr/>
          <p:nvPr/>
        </p:nvCxnSpPr>
        <p:spPr>
          <a:xfrm>
            <a:off x="2971800" y="2121408"/>
            <a:ext cx="1600200" cy="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7" name="connector"/>
          <p:cNvCxnSpPr/>
          <p:nvPr/>
        </p:nvCxnSpPr>
        <p:spPr>
          <a:xfrm>
            <a:off x="6473952" y="2121408"/>
            <a:ext cx="1527048" cy="758952"/>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8" name="connector"/>
          <p:cNvCxnSpPr/>
          <p:nvPr/>
        </p:nvCxnSpPr>
        <p:spPr>
          <a:xfrm>
            <a:off x="2971800" y="3172968"/>
            <a:ext cx="1600200" cy="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9" name="connector"/>
          <p:cNvCxnSpPr/>
          <p:nvPr/>
        </p:nvCxnSpPr>
        <p:spPr>
          <a:xfrm flipV="1">
            <a:off x="6473952" y="2880360"/>
            <a:ext cx="1527048" cy="292608"/>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10" name="connector"/>
          <p:cNvCxnSpPr/>
          <p:nvPr/>
        </p:nvCxnSpPr>
        <p:spPr>
          <a:xfrm>
            <a:off x="2971800" y="4224528"/>
            <a:ext cx="1600200" cy="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11" name="connector"/>
          <p:cNvCxnSpPr/>
          <p:nvPr/>
        </p:nvCxnSpPr>
        <p:spPr>
          <a:xfrm flipV="1">
            <a:off x="6473952" y="2880360"/>
            <a:ext cx="1527048" cy="1344168"/>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sp>
        <p:nvSpPr>
          <p:cNvPr id="12" name="same_inputs"/>
          <p:cNvSpPr/>
          <p:nvPr/>
        </p:nvSpPr>
        <p:spPr>
          <a:xfrm>
            <a:off x="777240" y="2148840"/>
            <a:ext cx="1920240" cy="1325880"/>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3" name="same_inputs_text"/>
          <p:cNvSpPr txBox="1"/>
          <p:nvPr/>
        </p:nvSpPr>
        <p:spPr>
          <a:xfrm>
            <a:off x="822960" y="2614535"/>
            <a:ext cx="1828800"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Mismo prompt
+ mismo corpus</a:t>
            </a:r>
          </a:p>
        </p:txBody>
      </p:sp>
      <p:sp>
        <p:nvSpPr>
          <p:cNvPr id="14" name="llm0"/>
          <p:cNvSpPr/>
          <p:nvPr/>
        </p:nvSpPr>
        <p:spPr>
          <a:xfrm>
            <a:off x="2880360" y="1600200"/>
            <a:ext cx="1691640" cy="685800"/>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5" name="llm0_text"/>
          <p:cNvSpPr txBox="1"/>
          <p:nvPr/>
        </p:nvSpPr>
        <p:spPr>
          <a:xfrm>
            <a:off x="2926079" y="1745855"/>
            <a:ext cx="1600200"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LLM_1
Llama 3</a:t>
            </a:r>
          </a:p>
        </p:txBody>
      </p:sp>
      <p:sp>
        <p:nvSpPr>
          <p:cNvPr id="16" name="out0"/>
          <p:cNvSpPr/>
          <p:nvPr/>
        </p:nvSpPr>
        <p:spPr>
          <a:xfrm>
            <a:off x="4800600" y="1600200"/>
            <a:ext cx="1691640" cy="685800"/>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7" name="out0_text"/>
          <p:cNvSpPr txBox="1"/>
          <p:nvPr/>
        </p:nvSpPr>
        <p:spPr>
          <a:xfrm>
            <a:off x="4846320" y="1638134"/>
            <a:ext cx="1600200" cy="664797"/>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Conceptos
Relaciones
Triadas CSV</a:t>
            </a:r>
          </a:p>
        </p:txBody>
      </p:sp>
      <p:sp>
        <p:nvSpPr>
          <p:cNvPr id="18" name="llm1"/>
          <p:cNvSpPr/>
          <p:nvPr/>
        </p:nvSpPr>
        <p:spPr>
          <a:xfrm>
            <a:off x="2880360" y="2651760"/>
            <a:ext cx="1691640" cy="685800"/>
          </a:xfrm>
          <a:prstGeom prst="roundRect">
            <a:avLst/>
          </a:prstGeom>
          <a:solidFill>
            <a:srgbClr val="FFFFFF"/>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9" name="llm1_text"/>
          <p:cNvSpPr txBox="1"/>
          <p:nvPr/>
        </p:nvSpPr>
        <p:spPr>
          <a:xfrm>
            <a:off x="2926079" y="2797415"/>
            <a:ext cx="1600200"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LLM_2
GPT-4o</a:t>
            </a:r>
          </a:p>
        </p:txBody>
      </p:sp>
      <p:sp>
        <p:nvSpPr>
          <p:cNvPr id="20" name="out1"/>
          <p:cNvSpPr/>
          <p:nvPr/>
        </p:nvSpPr>
        <p:spPr>
          <a:xfrm>
            <a:off x="4800600" y="2651760"/>
            <a:ext cx="1691640" cy="685800"/>
          </a:xfrm>
          <a:prstGeom prst="roundRect">
            <a:avLst/>
          </a:prstGeom>
          <a:solidFill>
            <a:srgbClr val="E8F8EA"/>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1" name="out1_text"/>
          <p:cNvSpPr txBox="1"/>
          <p:nvPr/>
        </p:nvSpPr>
        <p:spPr>
          <a:xfrm>
            <a:off x="4846320" y="2689694"/>
            <a:ext cx="1600200" cy="664797"/>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Conceptos
Relaciones
Triadas CSV</a:t>
            </a:r>
          </a:p>
        </p:txBody>
      </p:sp>
      <p:sp>
        <p:nvSpPr>
          <p:cNvPr id="22" name="llm2"/>
          <p:cNvSpPr/>
          <p:nvPr/>
        </p:nvSpPr>
        <p:spPr>
          <a:xfrm>
            <a:off x="2880360" y="3703320"/>
            <a:ext cx="1691640" cy="685800"/>
          </a:xfrm>
          <a:prstGeom prst="roundRect">
            <a:avLst/>
          </a:prstGeom>
          <a:solidFill>
            <a:srgbClr val="FFFFFF"/>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3" name="llm2_text"/>
          <p:cNvSpPr txBox="1"/>
          <p:nvPr/>
        </p:nvSpPr>
        <p:spPr>
          <a:xfrm>
            <a:off x="2926079" y="3848974"/>
            <a:ext cx="1600200" cy="449354"/>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LLM_3
Claude Sonnet</a:t>
            </a:r>
          </a:p>
        </p:txBody>
      </p:sp>
      <p:sp>
        <p:nvSpPr>
          <p:cNvPr id="24" name="out2"/>
          <p:cNvSpPr/>
          <p:nvPr/>
        </p:nvSpPr>
        <p:spPr>
          <a:xfrm>
            <a:off x="4800600" y="3703320"/>
            <a:ext cx="1691640" cy="685800"/>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5" name="out2_text"/>
          <p:cNvSpPr txBox="1"/>
          <p:nvPr/>
        </p:nvSpPr>
        <p:spPr>
          <a:xfrm>
            <a:off x="4846320" y="3741253"/>
            <a:ext cx="1600200" cy="664797"/>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Conceptos
Relaciones
Triadas CSV</a:t>
            </a:r>
          </a:p>
        </p:txBody>
      </p:sp>
      <p:sp>
        <p:nvSpPr>
          <p:cNvPr id="26" name="compare"/>
          <p:cNvSpPr/>
          <p:nvPr/>
        </p:nvSpPr>
        <p:spPr>
          <a:xfrm>
            <a:off x="7909560" y="2194560"/>
            <a:ext cx="2057400" cy="1143000"/>
          </a:xfrm>
          <a:prstGeom prst="roundRect">
            <a:avLst/>
          </a:prstGeom>
          <a:solidFill>
            <a:srgbClr val="FFFFFF"/>
          </a:solidFill>
          <a:ln w="15240">
            <a:solidFill>
              <a:srgbClr val="232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7" name="compare_text"/>
          <p:cNvSpPr txBox="1"/>
          <p:nvPr/>
        </p:nvSpPr>
        <p:spPr>
          <a:xfrm>
            <a:off x="7955280" y="2461093"/>
            <a:ext cx="1965960" cy="664797"/>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Comparación
Deduplicación
Normalización</a:t>
            </a:r>
          </a:p>
        </p:txBody>
      </p:sp>
      <p:sp>
        <p:nvSpPr>
          <p:cNvPr id="28" name="consolidated"/>
          <p:cNvSpPr/>
          <p:nvPr/>
        </p:nvSpPr>
        <p:spPr>
          <a:xfrm>
            <a:off x="10104120" y="2331720"/>
            <a:ext cx="1508760" cy="868680"/>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9" name="consolidated_text"/>
          <p:cNvSpPr txBox="1"/>
          <p:nvPr/>
        </p:nvSpPr>
        <p:spPr>
          <a:xfrm>
            <a:off x="10149840" y="2461092"/>
            <a:ext cx="1417319" cy="664797"/>
          </a:xfrm>
          <a:prstGeom prst="rect">
            <a:avLst/>
          </a:prstGeom>
          <a:noFill/>
        </p:spPr>
        <p:txBody>
          <a:bodyPr wrap="square" lIns="18288" tIns="9144" rIns="18288" bIns="9144" anchor="ctr">
            <a:spAutoFit/>
          </a:bodyPr>
          <a:lstStyle/>
          <a:p>
            <a:pPr algn="ctr">
              <a:defRPr/>
            </a:pPr>
            <a:r>
              <a:rPr sz="1400" b="1" i="0">
                <a:solidFill>
                  <a:srgbClr val="232323"/>
                </a:solidFill>
                <a:latin typeface="Arial"/>
              </a:rPr>
              <a:t>Ontología
consolidada
pendiente</a:t>
            </a:r>
          </a:p>
        </p:txBody>
      </p:sp>
      <p:cxnSp>
        <p:nvCxnSpPr>
          <p:cNvPr id="30" name="connector"/>
          <p:cNvCxnSpPr/>
          <p:nvPr/>
        </p:nvCxnSpPr>
        <p:spPr>
          <a:xfrm flipV="1">
            <a:off x="9966960" y="2788920"/>
            <a:ext cx="137160" cy="91440"/>
          </a:xfrm>
          <a:prstGeom prst="line">
            <a:avLst/>
          </a:prstGeom>
          <a:ln w="12700">
            <a:solidFill>
              <a:srgbClr val="BEBEBE"/>
            </a:solidFill>
          </a:ln>
        </p:spPr>
        <p:style>
          <a:lnRef idx="2">
            <a:schemeClr val="accent1"/>
          </a:lnRef>
          <a:fillRef idx="0">
            <a:schemeClr val="accent1"/>
          </a:fillRef>
          <a:effectRef idx="1">
            <a:schemeClr val="accent1"/>
          </a:effectRef>
          <a:fontRef idx="minor">
            <a:schemeClr val="tx1"/>
          </a:fontRef>
        </p:style>
      </p:cxnSp>
      <p:sp>
        <p:nvSpPr>
          <p:cNvPr id="31" name="compare_bullets"/>
          <p:cNvSpPr txBox="1"/>
          <p:nvPr/>
        </p:nvSpPr>
        <p:spPr>
          <a:xfrm>
            <a:off x="868680" y="4594650"/>
            <a:ext cx="10561320" cy="1618905"/>
          </a:xfrm>
          <a:prstGeom prst="rect">
            <a:avLst/>
          </a:prstGeom>
          <a:noFill/>
        </p:spPr>
        <p:txBody>
          <a:bodyPr wrap="square" lIns="45720" tIns="18288" rIns="27432" bIns="18288">
            <a:spAutoFit/>
          </a:bodyPr>
          <a:lstStyle/>
          <a:p>
            <a:pPr algn="l">
              <a:lnSpc>
                <a:spcPct val="150000"/>
              </a:lnSpc>
              <a:spcAft>
                <a:spcPts val="600"/>
              </a:spcAft>
              <a:defRPr/>
            </a:pPr>
            <a:r>
              <a:rPr sz="1410" b="1" dirty="0">
                <a:solidFill>
                  <a:srgbClr val="4949EE"/>
                </a:solidFill>
              </a:rPr>
              <a:t>●  </a:t>
            </a:r>
            <a:r>
              <a:rPr sz="1510" dirty="0">
                <a:solidFill>
                  <a:srgbClr val="232323"/>
                </a:solidFill>
                <a:latin typeface="Arial"/>
              </a:rPr>
              <a:t>Se </a:t>
            </a:r>
            <a:r>
              <a:rPr sz="1510" dirty="0" err="1">
                <a:solidFill>
                  <a:srgbClr val="232323"/>
                </a:solidFill>
                <a:latin typeface="Arial"/>
              </a:rPr>
              <a:t>extraen</a:t>
            </a:r>
            <a:r>
              <a:rPr sz="1510" dirty="0">
                <a:solidFill>
                  <a:srgbClr val="232323"/>
                </a:solidFill>
                <a:latin typeface="Arial"/>
              </a:rPr>
              <a:t> </a:t>
            </a:r>
            <a:r>
              <a:rPr sz="1510" dirty="0" err="1">
                <a:solidFill>
                  <a:srgbClr val="232323"/>
                </a:solidFill>
                <a:latin typeface="Arial"/>
              </a:rPr>
              <a:t>conceptos</a:t>
            </a:r>
            <a:r>
              <a:rPr sz="1510" dirty="0">
                <a:solidFill>
                  <a:srgbClr val="232323"/>
                </a:solidFill>
                <a:latin typeface="Arial"/>
              </a:rPr>
              <a:t>, </a:t>
            </a:r>
            <a:r>
              <a:rPr sz="1510" dirty="0" err="1">
                <a:solidFill>
                  <a:srgbClr val="232323"/>
                </a:solidFill>
                <a:latin typeface="Arial"/>
              </a:rPr>
              <a:t>relaciones</a:t>
            </a:r>
            <a:r>
              <a:rPr sz="1510" dirty="0">
                <a:solidFill>
                  <a:srgbClr val="232323"/>
                </a:solidFill>
                <a:latin typeface="Arial"/>
              </a:rPr>
              <a:t> y </a:t>
            </a:r>
            <a:r>
              <a:rPr sz="1510" dirty="0" err="1">
                <a:solidFill>
                  <a:srgbClr val="232323"/>
                </a:solidFill>
                <a:latin typeface="Arial"/>
              </a:rPr>
              <a:t>triadas</a:t>
            </a:r>
            <a:r>
              <a:rPr sz="1510" dirty="0">
                <a:solidFill>
                  <a:srgbClr val="232323"/>
                </a:solidFill>
                <a:latin typeface="Arial"/>
              </a:rPr>
              <a:t> RDF </a:t>
            </a:r>
            <a:r>
              <a:rPr sz="1510" dirty="0" err="1">
                <a:solidFill>
                  <a:srgbClr val="232323"/>
                </a:solidFill>
                <a:latin typeface="Arial"/>
              </a:rPr>
              <a:t>candidatas</a:t>
            </a:r>
            <a:r>
              <a:rPr sz="1510" dirty="0">
                <a:solidFill>
                  <a:srgbClr val="232323"/>
                </a:solidFill>
                <a:latin typeface="Arial"/>
              </a:rPr>
              <a:t>.</a:t>
            </a:r>
          </a:p>
          <a:p>
            <a:pPr algn="l">
              <a:lnSpc>
                <a:spcPct val="150000"/>
              </a:lnSpc>
              <a:spcAft>
                <a:spcPts val="600"/>
              </a:spcAft>
              <a:defRPr/>
            </a:pPr>
            <a:r>
              <a:rPr sz="1410" b="1" dirty="0">
                <a:solidFill>
                  <a:srgbClr val="4949EE"/>
                </a:solidFill>
              </a:rPr>
              <a:t>●  </a:t>
            </a:r>
            <a:r>
              <a:rPr sz="1510" dirty="0">
                <a:solidFill>
                  <a:srgbClr val="232323"/>
                </a:solidFill>
                <a:latin typeface="Arial"/>
              </a:rPr>
              <a:t>Se </a:t>
            </a:r>
            <a:r>
              <a:rPr sz="1510" dirty="0" err="1">
                <a:solidFill>
                  <a:srgbClr val="232323"/>
                </a:solidFill>
                <a:latin typeface="Arial"/>
              </a:rPr>
              <a:t>conservan</a:t>
            </a:r>
            <a:r>
              <a:rPr sz="1510" dirty="0">
                <a:solidFill>
                  <a:srgbClr val="232323"/>
                </a:solidFill>
                <a:latin typeface="Arial"/>
              </a:rPr>
              <a:t> </a:t>
            </a:r>
            <a:r>
              <a:rPr sz="1510" dirty="0" err="1">
                <a:solidFill>
                  <a:srgbClr val="232323"/>
                </a:solidFill>
                <a:latin typeface="Arial"/>
              </a:rPr>
              <a:t>evidencia</a:t>
            </a:r>
            <a:r>
              <a:rPr sz="1510" dirty="0">
                <a:solidFill>
                  <a:srgbClr val="232323"/>
                </a:solidFill>
                <a:latin typeface="Arial"/>
              </a:rPr>
              <a:t>, </a:t>
            </a:r>
            <a:r>
              <a:rPr sz="1510" dirty="0" err="1">
                <a:solidFill>
                  <a:srgbClr val="232323"/>
                </a:solidFill>
                <a:latin typeface="Arial"/>
              </a:rPr>
              <a:t>fuente</a:t>
            </a:r>
            <a:r>
              <a:rPr sz="1510" dirty="0">
                <a:solidFill>
                  <a:srgbClr val="232323"/>
                </a:solidFill>
                <a:latin typeface="Arial"/>
              </a:rPr>
              <a:t>, </a:t>
            </a:r>
            <a:r>
              <a:rPr sz="1510" dirty="0" err="1">
                <a:solidFill>
                  <a:srgbClr val="232323"/>
                </a:solidFill>
                <a:latin typeface="Arial"/>
              </a:rPr>
              <a:t>confianza</a:t>
            </a:r>
            <a:r>
              <a:rPr sz="1510" dirty="0">
                <a:solidFill>
                  <a:srgbClr val="232323"/>
                </a:solidFill>
                <a:latin typeface="Arial"/>
              </a:rPr>
              <a:t> y </a:t>
            </a:r>
            <a:r>
              <a:rPr sz="1510" dirty="0" err="1">
                <a:solidFill>
                  <a:srgbClr val="232323"/>
                </a:solidFill>
                <a:latin typeface="Arial"/>
              </a:rPr>
              <a:t>necesidad</a:t>
            </a:r>
            <a:r>
              <a:rPr sz="1510" dirty="0">
                <a:solidFill>
                  <a:srgbClr val="232323"/>
                </a:solidFill>
                <a:latin typeface="Arial"/>
              </a:rPr>
              <a:t> de </a:t>
            </a:r>
            <a:r>
              <a:rPr sz="1510" dirty="0" err="1">
                <a:solidFill>
                  <a:srgbClr val="232323"/>
                </a:solidFill>
                <a:latin typeface="Arial"/>
              </a:rPr>
              <a:t>validación</a:t>
            </a:r>
            <a:r>
              <a:rPr sz="1510" dirty="0">
                <a:solidFill>
                  <a:srgbClr val="232323"/>
                </a:solidFill>
                <a:latin typeface="Arial"/>
              </a:rPr>
              <a:t>.</a:t>
            </a:r>
          </a:p>
          <a:p>
            <a:pPr algn="l">
              <a:lnSpc>
                <a:spcPct val="150000"/>
              </a:lnSpc>
              <a:spcAft>
                <a:spcPts val="600"/>
              </a:spcAft>
              <a:defRPr/>
            </a:pPr>
            <a:r>
              <a:rPr sz="1410" b="1" dirty="0">
                <a:solidFill>
                  <a:srgbClr val="4949EE"/>
                </a:solidFill>
              </a:rPr>
              <a:t>●  </a:t>
            </a:r>
            <a:r>
              <a:rPr sz="1510" dirty="0">
                <a:solidFill>
                  <a:srgbClr val="232323"/>
                </a:solidFill>
                <a:latin typeface="Arial"/>
              </a:rPr>
              <a:t>La </a:t>
            </a:r>
            <a:r>
              <a:rPr sz="1510" dirty="0" err="1">
                <a:solidFill>
                  <a:srgbClr val="232323"/>
                </a:solidFill>
                <a:latin typeface="Arial"/>
              </a:rPr>
              <a:t>comparación</a:t>
            </a:r>
            <a:r>
              <a:rPr sz="1510" dirty="0">
                <a:solidFill>
                  <a:srgbClr val="232323"/>
                </a:solidFill>
                <a:latin typeface="Arial"/>
              </a:rPr>
              <a:t> </a:t>
            </a:r>
            <a:r>
              <a:rPr sz="1510" dirty="0" err="1">
                <a:solidFill>
                  <a:srgbClr val="232323"/>
                </a:solidFill>
                <a:latin typeface="Arial"/>
              </a:rPr>
              <a:t>busca</a:t>
            </a:r>
            <a:r>
              <a:rPr sz="1510" dirty="0">
                <a:solidFill>
                  <a:srgbClr val="232323"/>
                </a:solidFill>
                <a:latin typeface="Arial"/>
              </a:rPr>
              <a:t> </a:t>
            </a:r>
            <a:r>
              <a:rPr sz="1510" dirty="0" err="1">
                <a:solidFill>
                  <a:srgbClr val="232323"/>
                </a:solidFill>
                <a:latin typeface="Arial"/>
              </a:rPr>
              <a:t>solapamientos</a:t>
            </a:r>
            <a:r>
              <a:rPr sz="1510" dirty="0">
                <a:solidFill>
                  <a:srgbClr val="232323"/>
                </a:solidFill>
                <a:latin typeface="Arial"/>
              </a:rPr>
              <a:t>, </a:t>
            </a:r>
            <a:r>
              <a:rPr sz="1510" dirty="0" err="1">
                <a:solidFill>
                  <a:srgbClr val="232323"/>
                </a:solidFill>
                <a:latin typeface="Arial"/>
              </a:rPr>
              <a:t>contradicciones</a:t>
            </a:r>
            <a:r>
              <a:rPr sz="1510" dirty="0">
                <a:solidFill>
                  <a:srgbClr val="232323"/>
                </a:solidFill>
                <a:latin typeface="Arial"/>
              </a:rPr>
              <a:t> y </a:t>
            </a:r>
            <a:r>
              <a:rPr sz="1510" dirty="0" err="1">
                <a:solidFill>
                  <a:srgbClr val="232323"/>
                </a:solidFill>
                <a:latin typeface="Arial"/>
              </a:rPr>
              <a:t>variantes</a:t>
            </a:r>
            <a:r>
              <a:rPr sz="1510" dirty="0">
                <a:solidFill>
                  <a:srgbClr val="232323"/>
                </a:solidFill>
                <a:latin typeface="Arial"/>
              </a:rPr>
              <a:t> </a:t>
            </a:r>
            <a:r>
              <a:rPr sz="1510" dirty="0" err="1">
                <a:solidFill>
                  <a:srgbClr val="232323"/>
                </a:solidFill>
                <a:latin typeface="Arial"/>
              </a:rPr>
              <a:t>terminológicas</a:t>
            </a:r>
            <a:r>
              <a:rPr sz="1510" dirty="0">
                <a:solidFill>
                  <a:srgbClr val="232323"/>
                </a:solidFill>
                <a:latin typeface="Arial"/>
              </a:rPr>
              <a:t>.</a:t>
            </a:r>
          </a:p>
          <a:p>
            <a:pPr algn="l">
              <a:lnSpc>
                <a:spcPct val="150000"/>
              </a:lnSpc>
              <a:spcAft>
                <a:spcPts val="600"/>
              </a:spcAft>
              <a:defRPr/>
            </a:pPr>
            <a:r>
              <a:rPr sz="1410" b="1" dirty="0">
                <a:solidFill>
                  <a:srgbClr val="4949EE"/>
                </a:solidFill>
              </a:rPr>
              <a:t>●  </a:t>
            </a:r>
            <a:r>
              <a:rPr sz="1510" dirty="0">
                <a:solidFill>
                  <a:srgbClr val="232323"/>
                </a:solidFill>
                <a:latin typeface="Arial"/>
              </a:rPr>
              <a:t>La </a:t>
            </a:r>
            <a:r>
              <a:rPr sz="1510" dirty="0" err="1">
                <a:solidFill>
                  <a:srgbClr val="232323"/>
                </a:solidFill>
                <a:latin typeface="Arial"/>
              </a:rPr>
              <a:t>consolidación</a:t>
            </a:r>
            <a:r>
              <a:rPr sz="1510" dirty="0">
                <a:solidFill>
                  <a:srgbClr val="232323"/>
                </a:solidFill>
                <a:latin typeface="Arial"/>
              </a:rPr>
              <a:t> final </a:t>
            </a:r>
            <a:r>
              <a:rPr sz="1510" dirty="0" err="1">
                <a:solidFill>
                  <a:srgbClr val="232323"/>
                </a:solidFill>
                <a:latin typeface="Arial"/>
              </a:rPr>
              <a:t>aún</a:t>
            </a:r>
            <a:r>
              <a:rPr sz="1510" dirty="0">
                <a:solidFill>
                  <a:srgbClr val="232323"/>
                </a:solidFill>
                <a:latin typeface="Arial"/>
              </a:rPr>
              <a:t> </a:t>
            </a:r>
            <a:r>
              <a:rPr sz="1510" dirty="0" err="1">
                <a:solidFill>
                  <a:srgbClr val="232323"/>
                </a:solidFill>
                <a:latin typeface="Arial"/>
              </a:rPr>
              <a:t>requiere</a:t>
            </a:r>
            <a:r>
              <a:rPr sz="1510" dirty="0">
                <a:solidFill>
                  <a:srgbClr val="232323"/>
                </a:solidFill>
                <a:latin typeface="Arial"/>
              </a:rPr>
              <a:t> </a:t>
            </a:r>
            <a:r>
              <a:rPr sz="1510" dirty="0" err="1">
                <a:solidFill>
                  <a:srgbClr val="232323"/>
                </a:solidFill>
                <a:latin typeface="Arial"/>
              </a:rPr>
              <a:t>formalización</a:t>
            </a:r>
            <a:r>
              <a:rPr sz="1510" dirty="0">
                <a:solidFill>
                  <a:srgbClr val="232323"/>
                </a:solidFill>
                <a:latin typeface="Arial"/>
              </a:rPr>
              <a:t> OWL y </a:t>
            </a:r>
            <a:r>
              <a:rPr sz="1510" dirty="0" err="1">
                <a:solidFill>
                  <a:srgbClr val="232323"/>
                </a:solidFill>
                <a:latin typeface="Arial"/>
              </a:rPr>
              <a:t>revisión</a:t>
            </a:r>
            <a:r>
              <a:rPr sz="1510" dirty="0">
                <a:solidFill>
                  <a:srgbClr val="232323"/>
                </a:solidFill>
                <a:latin typeface="Arial"/>
              </a:rPr>
              <a:t> </a:t>
            </a:r>
            <a:r>
              <a:rPr sz="1510" dirty="0" err="1">
                <a:solidFill>
                  <a:srgbClr val="232323"/>
                </a:solidFill>
                <a:latin typeface="Arial"/>
              </a:rPr>
              <a:t>experta</a:t>
            </a:r>
            <a:r>
              <a:rPr sz="1510" dirty="0">
                <a:solidFill>
                  <a:srgbClr val="232323"/>
                </a:solidFill>
                <a:latin typeface="Arial"/>
              </a:rPr>
              <a:t>.</a:t>
            </a:r>
          </a:p>
        </p:txBody>
      </p:sp>
      <p:sp>
        <p:nvSpPr>
          <p:cNvPr id="32"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Fuentes: prompts LLM_1, LLM_2 y LLM_3 para </a:t>
            </a:r>
            <a:r>
              <a:rPr sz="1100" b="0" i="0" dirty="0" err="1">
                <a:solidFill>
                  <a:srgbClr val="464646"/>
                </a:solidFill>
                <a:latin typeface="Arial"/>
                <a:hlinkClick r:id="rId3"/>
              </a:rPr>
              <a:t>conversión</a:t>
            </a:r>
            <a:r>
              <a:rPr sz="1100" b="0" i="0" dirty="0">
                <a:solidFill>
                  <a:srgbClr val="464646"/>
                </a:solidFill>
                <a:latin typeface="Arial"/>
                <a:hlinkClick r:id="rId3"/>
              </a:rPr>
              <a:t> a CSV; README del </a:t>
            </a:r>
            <a:r>
              <a:rPr sz="1100" b="0" i="0" dirty="0" err="1">
                <a:solidFill>
                  <a:srgbClr val="464646"/>
                </a:solidFill>
                <a:latin typeface="Arial"/>
                <a:hlinkClick r:id="rId3"/>
              </a:rPr>
              <a:t>proyecto</a:t>
            </a:r>
            <a:r>
              <a:rPr sz="1100" b="0" i="0" dirty="0">
                <a:solidFill>
                  <a:srgbClr val="464646"/>
                </a:solidFill>
                <a:latin typeface="Arial"/>
                <a:hlinkClick r:id="rId3"/>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836612" y="877246"/>
            <a:ext cx="10515600" cy="510909"/>
          </a:xfrm>
          <a:prstGeom prst="rect">
            <a:avLst/>
          </a:prstGeom>
          <a:noFill/>
        </p:spPr>
        <p:txBody>
          <a:bodyPr wrap="square" lIns="18288" tIns="9144" rIns="18288" bIns="9144" anchor="t">
            <a:spAutoFit/>
          </a:bodyPr>
          <a:lstStyle/>
          <a:p>
            <a:pPr algn="l">
              <a:defRPr/>
            </a:pPr>
            <a:r>
              <a:rPr b="0" i="0">
                <a:solidFill>
                  <a:srgbClr val="4949EE"/>
                </a:solidFill>
                <a:latin typeface="Arial"/>
              </a:rPr>
              <a:t>Alcance ontológico definido</a:t>
            </a:r>
          </a:p>
        </p:txBody>
      </p:sp>
      <p:sp>
        <p:nvSpPr>
          <p:cNvPr id="6" name="BioLector XT"/>
          <p:cNvSpPr/>
          <p:nvPr/>
        </p:nvSpPr>
        <p:spPr>
          <a:xfrm>
            <a:off x="809105" y="1551708"/>
            <a:ext cx="2788920" cy="1234440"/>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7" name="BioLector XT_strip"/>
          <p:cNvSpPr/>
          <p:nvPr/>
        </p:nvSpPr>
        <p:spPr>
          <a:xfrm>
            <a:off x="809105" y="1551708"/>
            <a:ext cx="278892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8" name="BioLector XT_title"/>
          <p:cNvSpPr txBox="1"/>
          <p:nvPr/>
        </p:nvSpPr>
        <p:spPr>
          <a:xfrm>
            <a:off x="927977" y="1624860"/>
            <a:ext cx="2560320" cy="264688"/>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BioLector</a:t>
            </a:r>
            <a:r>
              <a:rPr sz="1600" b="1" i="0" dirty="0">
                <a:solidFill>
                  <a:srgbClr val="FFFFFF"/>
                </a:solidFill>
                <a:latin typeface="Arial"/>
              </a:rPr>
              <a:t> XT</a:t>
            </a:r>
          </a:p>
        </p:txBody>
      </p:sp>
      <p:sp>
        <p:nvSpPr>
          <p:cNvPr id="9" name="BioLector XT_body"/>
          <p:cNvSpPr txBox="1"/>
          <p:nvPr/>
        </p:nvSpPr>
        <p:spPr>
          <a:xfrm>
            <a:off x="973697" y="1990620"/>
            <a:ext cx="2468879" cy="757130"/>
          </a:xfrm>
          <a:prstGeom prst="rect">
            <a:avLst/>
          </a:prstGeom>
          <a:noFill/>
        </p:spPr>
        <p:txBody>
          <a:bodyPr wrap="square" lIns="18288" tIns="9144" rIns="18288" bIns="9144" anchor="t">
            <a:spAutoFit/>
          </a:bodyPr>
          <a:lstStyle/>
          <a:p>
            <a:pPr algn="l">
              <a:defRPr/>
            </a:pPr>
            <a:r>
              <a:rPr sz="1600" b="0" i="0">
                <a:solidFill>
                  <a:srgbClr val="232323"/>
                </a:solidFill>
                <a:latin typeface="Arial"/>
              </a:rPr>
              <a:t>Micro/mini escala
screening y alta paralelización</a:t>
            </a:r>
          </a:p>
        </p:txBody>
      </p:sp>
      <p:sp>
        <p:nvSpPr>
          <p:cNvPr id="10" name="Sartorius 5 L"/>
          <p:cNvSpPr/>
          <p:nvPr/>
        </p:nvSpPr>
        <p:spPr>
          <a:xfrm>
            <a:off x="4238105" y="1551708"/>
            <a:ext cx="2788920" cy="1234440"/>
          </a:xfrm>
          <a:prstGeom prst="roundRect">
            <a:avLst/>
          </a:prstGeom>
          <a:solidFill>
            <a:srgbClr val="FFFFFF"/>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1" name="Sartorius 5 L_strip"/>
          <p:cNvSpPr/>
          <p:nvPr/>
        </p:nvSpPr>
        <p:spPr>
          <a:xfrm>
            <a:off x="4238105" y="1551708"/>
            <a:ext cx="2788920" cy="320040"/>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2" name="Sartorius 5 L_title"/>
          <p:cNvSpPr txBox="1"/>
          <p:nvPr/>
        </p:nvSpPr>
        <p:spPr>
          <a:xfrm>
            <a:off x="4356977" y="1624860"/>
            <a:ext cx="2560320" cy="264688"/>
          </a:xfrm>
          <a:prstGeom prst="rect">
            <a:avLst/>
          </a:prstGeom>
          <a:noFill/>
        </p:spPr>
        <p:txBody>
          <a:bodyPr wrap="square" lIns="18288" tIns="9144" rIns="18288" bIns="9144" anchor="t">
            <a:spAutoFit/>
          </a:bodyPr>
          <a:lstStyle/>
          <a:p>
            <a:pPr algn="ctr">
              <a:defRPr/>
            </a:pPr>
            <a:r>
              <a:rPr sz="1600" b="1" i="0" dirty="0">
                <a:solidFill>
                  <a:srgbClr val="FFFFFF"/>
                </a:solidFill>
                <a:latin typeface="Arial"/>
              </a:rPr>
              <a:t>Sartorius 5 L</a:t>
            </a:r>
          </a:p>
        </p:txBody>
      </p:sp>
      <p:sp>
        <p:nvSpPr>
          <p:cNvPr id="13" name="Sartorius 5 L_body"/>
          <p:cNvSpPr txBox="1"/>
          <p:nvPr/>
        </p:nvSpPr>
        <p:spPr>
          <a:xfrm>
            <a:off x="4402697" y="1990620"/>
            <a:ext cx="2468879" cy="510909"/>
          </a:xfrm>
          <a:prstGeom prst="rect">
            <a:avLst/>
          </a:prstGeom>
          <a:noFill/>
        </p:spPr>
        <p:txBody>
          <a:bodyPr wrap="square" lIns="18288" tIns="9144" rIns="18288" bIns="9144" anchor="t">
            <a:spAutoFit/>
          </a:bodyPr>
          <a:lstStyle/>
          <a:p>
            <a:pPr algn="l">
              <a:defRPr/>
            </a:pPr>
            <a:r>
              <a:rPr sz="1600" b="0" i="0">
                <a:solidFill>
                  <a:srgbClr val="232323"/>
                </a:solidFill>
                <a:latin typeface="Arial"/>
              </a:rPr>
              <a:t>Escala laboratorio
desarrollo y optimización</a:t>
            </a:r>
          </a:p>
        </p:txBody>
      </p:sp>
      <p:sp>
        <p:nvSpPr>
          <p:cNvPr id="14" name="Sartorius 10 L"/>
          <p:cNvSpPr/>
          <p:nvPr/>
        </p:nvSpPr>
        <p:spPr>
          <a:xfrm>
            <a:off x="7667105" y="1551708"/>
            <a:ext cx="2788920" cy="1234440"/>
          </a:xfrm>
          <a:prstGeom prst="roundRect">
            <a:avLst/>
          </a:prstGeom>
          <a:solidFill>
            <a:srgbClr val="FFFFFF"/>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5" name="Sartorius 10 L_strip"/>
          <p:cNvSpPr/>
          <p:nvPr/>
        </p:nvSpPr>
        <p:spPr>
          <a:xfrm>
            <a:off x="7667105" y="1551708"/>
            <a:ext cx="2788920" cy="320040"/>
          </a:xfrm>
          <a:prstGeom prst="roundRect">
            <a:avLst/>
          </a:prstGeom>
          <a:solidFill>
            <a:srgbClr val="F66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6" name="Sartorius 10 L_title"/>
          <p:cNvSpPr txBox="1"/>
          <p:nvPr/>
        </p:nvSpPr>
        <p:spPr>
          <a:xfrm>
            <a:off x="7785977" y="1624860"/>
            <a:ext cx="2560320" cy="264688"/>
          </a:xfrm>
          <a:prstGeom prst="rect">
            <a:avLst/>
          </a:prstGeom>
          <a:noFill/>
        </p:spPr>
        <p:txBody>
          <a:bodyPr wrap="square" lIns="18288" tIns="9144" rIns="18288" bIns="9144" anchor="t">
            <a:spAutoFit/>
          </a:bodyPr>
          <a:lstStyle/>
          <a:p>
            <a:pPr algn="ctr">
              <a:defRPr/>
            </a:pPr>
            <a:r>
              <a:rPr sz="1600" b="1" i="0" dirty="0">
                <a:solidFill>
                  <a:srgbClr val="FFFFFF"/>
                </a:solidFill>
                <a:latin typeface="Arial"/>
              </a:rPr>
              <a:t>Sartorius 10 L</a:t>
            </a:r>
          </a:p>
        </p:txBody>
      </p:sp>
      <p:sp>
        <p:nvSpPr>
          <p:cNvPr id="17" name="Sartorius 10 L_body"/>
          <p:cNvSpPr txBox="1"/>
          <p:nvPr/>
        </p:nvSpPr>
        <p:spPr>
          <a:xfrm>
            <a:off x="7831697" y="1990620"/>
            <a:ext cx="2468879" cy="757130"/>
          </a:xfrm>
          <a:prstGeom prst="rect">
            <a:avLst/>
          </a:prstGeom>
          <a:noFill/>
        </p:spPr>
        <p:txBody>
          <a:bodyPr wrap="square" lIns="18288" tIns="9144" rIns="18288" bIns="9144" anchor="t">
            <a:spAutoFit/>
          </a:bodyPr>
          <a:lstStyle/>
          <a:p>
            <a:pPr algn="l">
              <a:defRPr/>
            </a:pPr>
            <a:r>
              <a:rPr sz="1600" b="0" i="0">
                <a:solidFill>
                  <a:srgbClr val="232323"/>
                </a:solidFill>
                <a:latin typeface="Arial"/>
              </a:rPr>
              <a:t>Transición lab–piloto
validación de escalamiento</a:t>
            </a:r>
          </a:p>
        </p:txBody>
      </p:sp>
      <p:sp>
        <p:nvSpPr>
          <p:cNvPr id="18" name="Incluye"/>
          <p:cNvSpPr/>
          <p:nvPr/>
        </p:nvSpPr>
        <p:spPr>
          <a:xfrm>
            <a:off x="854825" y="3197628"/>
            <a:ext cx="4800600" cy="2331720"/>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9" name="Incluye_strip"/>
          <p:cNvSpPr/>
          <p:nvPr/>
        </p:nvSpPr>
        <p:spPr>
          <a:xfrm>
            <a:off x="854825" y="3197628"/>
            <a:ext cx="480060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0" name="Incluye_title"/>
          <p:cNvSpPr txBox="1"/>
          <p:nvPr/>
        </p:nvSpPr>
        <p:spPr>
          <a:xfrm>
            <a:off x="973697" y="3270780"/>
            <a:ext cx="4572000" cy="264688"/>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Incluye</a:t>
            </a:r>
            <a:endParaRPr sz="1600" b="1" i="0" dirty="0">
              <a:solidFill>
                <a:srgbClr val="FFFFFF"/>
              </a:solidFill>
              <a:latin typeface="Arial"/>
            </a:endParaRPr>
          </a:p>
        </p:txBody>
      </p:sp>
      <p:sp>
        <p:nvSpPr>
          <p:cNvPr id="21" name="Incluye_body"/>
          <p:cNvSpPr txBox="1"/>
          <p:nvPr/>
        </p:nvSpPr>
        <p:spPr>
          <a:xfrm>
            <a:off x="1019416" y="3636540"/>
            <a:ext cx="4480560" cy="1495794"/>
          </a:xfrm>
          <a:prstGeom prst="rect">
            <a:avLst/>
          </a:prstGeom>
          <a:noFill/>
        </p:spPr>
        <p:txBody>
          <a:bodyPr wrap="square" lIns="18288" tIns="9144" rIns="18288" bIns="9144" anchor="t">
            <a:spAutoFit/>
          </a:bodyPr>
          <a:lstStyle/>
          <a:p>
            <a:pPr algn="l">
              <a:defRPr/>
            </a:pPr>
            <a:r>
              <a:rPr sz="1600" b="0" i="0">
                <a:solidFill>
                  <a:srgbClr val="232323"/>
                </a:solidFill>
                <a:latin typeface="Arial"/>
              </a:rPr>
              <a:t>• tipos de biorreactor
• variables de operación
• sensores y actuadores
• fases del proceso
• eventos asociados
• equivalencias entre escalas</a:t>
            </a:r>
          </a:p>
        </p:txBody>
      </p:sp>
      <p:sp>
        <p:nvSpPr>
          <p:cNvPr id="22" name="Excluye por ahora"/>
          <p:cNvSpPr/>
          <p:nvPr/>
        </p:nvSpPr>
        <p:spPr>
          <a:xfrm>
            <a:off x="6386945" y="3197628"/>
            <a:ext cx="4800600" cy="2331720"/>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3" name="Excluye por ahora_strip"/>
          <p:cNvSpPr/>
          <p:nvPr/>
        </p:nvSpPr>
        <p:spPr>
          <a:xfrm>
            <a:off x="6386945" y="3197628"/>
            <a:ext cx="4800600" cy="320040"/>
          </a:xfrm>
          <a:prstGeom prst="roundRect">
            <a:avLst/>
          </a:prstGeom>
          <a:solidFill>
            <a:srgbClr val="F66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4" name="Excluye por ahora_title"/>
          <p:cNvSpPr txBox="1"/>
          <p:nvPr/>
        </p:nvSpPr>
        <p:spPr>
          <a:xfrm>
            <a:off x="6505817" y="3270780"/>
            <a:ext cx="4572000" cy="264688"/>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Excluye</a:t>
            </a:r>
            <a:r>
              <a:rPr sz="1600" b="1" i="0" dirty="0">
                <a:solidFill>
                  <a:srgbClr val="FFFFFF"/>
                </a:solidFill>
                <a:latin typeface="Arial"/>
              </a:rPr>
              <a:t> </a:t>
            </a:r>
            <a:r>
              <a:rPr sz="1600" b="1" i="0" dirty="0" err="1">
                <a:solidFill>
                  <a:srgbClr val="FFFFFF"/>
                </a:solidFill>
                <a:latin typeface="Arial"/>
              </a:rPr>
              <a:t>por</a:t>
            </a:r>
            <a:r>
              <a:rPr sz="1600" b="1" i="0" dirty="0">
                <a:solidFill>
                  <a:srgbClr val="FFFFFF"/>
                </a:solidFill>
                <a:latin typeface="Arial"/>
              </a:rPr>
              <a:t> </a:t>
            </a:r>
            <a:r>
              <a:rPr sz="1600" b="1" i="0" dirty="0" err="1">
                <a:solidFill>
                  <a:srgbClr val="FFFFFF"/>
                </a:solidFill>
                <a:latin typeface="Arial"/>
              </a:rPr>
              <a:t>ahora</a:t>
            </a:r>
            <a:endParaRPr sz="1600" b="1" i="0" dirty="0">
              <a:solidFill>
                <a:srgbClr val="FFFFFF"/>
              </a:solidFill>
              <a:latin typeface="Arial"/>
            </a:endParaRPr>
          </a:p>
        </p:txBody>
      </p:sp>
      <p:sp>
        <p:nvSpPr>
          <p:cNvPr id="25" name="Excluye por ahora_body"/>
          <p:cNvSpPr txBox="1"/>
          <p:nvPr/>
        </p:nvSpPr>
        <p:spPr>
          <a:xfrm>
            <a:off x="6551537" y="3636540"/>
            <a:ext cx="4480560" cy="1249573"/>
          </a:xfrm>
          <a:prstGeom prst="rect">
            <a:avLst/>
          </a:prstGeom>
          <a:noFill/>
        </p:spPr>
        <p:txBody>
          <a:bodyPr wrap="square" lIns="18288" tIns="9144" rIns="18288" bIns="9144" anchor="t">
            <a:spAutoFit/>
          </a:bodyPr>
          <a:lstStyle/>
          <a:p>
            <a:pPr algn="l">
              <a:defRPr/>
            </a:pPr>
            <a:r>
              <a:rPr sz="1600" b="0" i="0">
                <a:solidFill>
                  <a:srgbClr val="232323"/>
                </a:solidFill>
                <a:latin typeface="Arial"/>
              </a:rPr>
              <a:t>• modelado cinético detallado
• recuperación y purificación
• descripción molecular exhaustiva
• evaluación económica
• control automático avanzado</a:t>
            </a:r>
          </a:p>
        </p:txBody>
      </p:sp>
      <p:sp>
        <p:nvSpPr>
          <p:cNvPr id="26" name="Criterio de diseño: primera versión clara, viable y centrada en el bioproceso dentro del biorreactor"/>
          <p:cNvSpPr/>
          <p:nvPr/>
        </p:nvSpPr>
        <p:spPr>
          <a:xfrm>
            <a:off x="991985" y="5849388"/>
            <a:ext cx="9921240" cy="384048"/>
          </a:xfrm>
          <a:prstGeom prst="roundRect">
            <a:avLst/>
          </a:prstGeom>
          <a:solidFill>
            <a:srgbClr val="FFFFFF"/>
          </a:solidFill>
          <a:ln w="1016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7" name="Criterio de diseño: primera versión clara, viable y centrada en el bioproceso dentro del biorreactor_txt"/>
          <p:cNvSpPr txBox="1"/>
          <p:nvPr/>
        </p:nvSpPr>
        <p:spPr>
          <a:xfrm>
            <a:off x="1046849" y="5917968"/>
            <a:ext cx="9811512" cy="310896"/>
          </a:xfrm>
          <a:prstGeom prst="rect">
            <a:avLst/>
          </a:prstGeom>
          <a:noFill/>
        </p:spPr>
        <p:txBody>
          <a:bodyPr wrap="square" lIns="18288" tIns="9144" rIns="18288" bIns="9144" anchor="t">
            <a:spAutoFit/>
          </a:bodyPr>
          <a:lstStyle/>
          <a:p>
            <a:pPr algn="ctr">
              <a:defRPr/>
            </a:pPr>
            <a:r>
              <a:rPr sz="1270" b="1" i="0">
                <a:solidFill>
                  <a:srgbClr val="4949EE"/>
                </a:solidFill>
                <a:latin typeface="Arial"/>
              </a:rPr>
              <a:t>Criterio de diseño: primera versión clara, viable y centrada en el bioproceso dentro del biorreactor</a:t>
            </a:r>
          </a:p>
        </p:txBody>
      </p:sp>
      <p:sp>
        <p:nvSpPr>
          <p:cNvPr id="28"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 </a:t>
            </a:r>
            <a:r>
              <a:rPr sz="1100" b="0" i="0" dirty="0" err="1">
                <a:solidFill>
                  <a:srgbClr val="464646"/>
                </a:solidFill>
                <a:latin typeface="Arial"/>
                <a:hlinkClick r:id="rId3"/>
              </a:rPr>
              <a:t>presentación</a:t>
            </a:r>
            <a:r>
              <a:rPr sz="1100" b="0" i="0" dirty="0">
                <a:solidFill>
                  <a:srgbClr val="464646"/>
                </a:solidFill>
                <a:latin typeface="Arial"/>
                <a:hlinkClick r:id="rId3"/>
              </a:rPr>
              <a:t> de </a:t>
            </a:r>
            <a:r>
              <a:rPr sz="1100" b="0" i="0" dirty="0" err="1">
                <a:solidFill>
                  <a:srgbClr val="464646"/>
                </a:solidFill>
                <a:latin typeface="Arial"/>
                <a:hlinkClick r:id="rId3"/>
              </a:rPr>
              <a:t>avance</a:t>
            </a:r>
            <a:r>
              <a:rPr sz="1100" b="0" i="0" dirty="0">
                <a:solidFill>
                  <a:srgbClr val="464646"/>
                </a:solidFill>
                <a:latin typeface="Arial"/>
                <a:hlinkClick r:id="rId3"/>
              </a:rPr>
              <a:t> </a:t>
            </a:r>
            <a:r>
              <a:rPr sz="1100" b="0" i="0" dirty="0" err="1">
                <a:solidFill>
                  <a:srgbClr val="464646"/>
                </a:solidFill>
                <a:latin typeface="Arial"/>
                <a:hlinkClick r:id="rId3"/>
              </a:rPr>
              <a:t>anexada</a:t>
            </a:r>
            <a:r>
              <a:rPr sz="1100" b="0" i="0" dirty="0">
                <a:solidFill>
                  <a:srgbClr val="464646"/>
                </a:solidFill>
                <a:latin typeface="Arial"/>
                <a:hlinkClick r:id="rId3"/>
              </a:rPr>
              <a:t> y README del </a:t>
            </a:r>
            <a:r>
              <a:rPr sz="1100" b="0" i="0" dirty="0" err="1">
                <a:solidFill>
                  <a:srgbClr val="464646"/>
                </a:solidFill>
                <a:latin typeface="Arial"/>
                <a:hlinkClick r:id="rId3"/>
              </a:rPr>
              <a:t>repositorio</a:t>
            </a:r>
            <a:r>
              <a:rPr sz="1100" b="0" i="0" dirty="0">
                <a:solidFill>
                  <a:srgbClr val="464646"/>
                </a:solidFill>
                <a:latin typeface="Arial"/>
                <a:hlinkClick r:id="rId3"/>
              </a:rPr>
              <a:t>: </a:t>
            </a:r>
            <a:r>
              <a:rPr sz="1100" b="0" i="0" dirty="0" err="1">
                <a:solidFill>
                  <a:srgbClr val="464646"/>
                </a:solidFill>
                <a:latin typeface="Arial"/>
                <a:hlinkClick r:id="rId3"/>
              </a:rPr>
              <a:t>alcance</a:t>
            </a:r>
            <a:r>
              <a:rPr sz="1100" b="0" i="0" dirty="0">
                <a:solidFill>
                  <a:srgbClr val="464646"/>
                </a:solidFill>
                <a:latin typeface="Arial"/>
                <a:hlinkClick r:id="rId3"/>
              </a:rPr>
              <a:t>, </a:t>
            </a:r>
            <a:r>
              <a:rPr sz="1100" b="0" i="0" dirty="0" err="1">
                <a:solidFill>
                  <a:srgbClr val="464646"/>
                </a:solidFill>
                <a:latin typeface="Arial"/>
                <a:hlinkClick r:id="rId3"/>
              </a:rPr>
              <a:t>equipos</a:t>
            </a:r>
            <a:r>
              <a:rPr sz="1100" b="0" i="0" dirty="0">
                <a:solidFill>
                  <a:srgbClr val="464646"/>
                </a:solidFill>
                <a:latin typeface="Arial"/>
                <a:hlinkClick r:id="rId3"/>
              </a:rPr>
              <a:t> y </a:t>
            </a:r>
            <a:r>
              <a:rPr sz="1100" b="0" i="0" dirty="0" err="1">
                <a:solidFill>
                  <a:srgbClr val="464646"/>
                </a:solidFill>
                <a:latin typeface="Arial"/>
                <a:hlinkClick r:id="rId3"/>
              </a:rPr>
              <a:t>objetivos</a:t>
            </a:r>
            <a:r>
              <a:rPr sz="1100" b="0" i="0" dirty="0">
                <a:solidFill>
                  <a:srgbClr val="464646"/>
                </a:solidFill>
                <a:latin typeface="Arial"/>
                <a:hlinkClick r:id="rId3"/>
              </a:rPr>
              <a:t> </a:t>
            </a:r>
            <a:r>
              <a:rPr sz="1100" b="0" i="0" dirty="0" err="1">
                <a:solidFill>
                  <a:srgbClr val="464646"/>
                </a:solidFill>
                <a:latin typeface="Arial"/>
                <a:hlinkClick r:id="rId3"/>
              </a:rPr>
              <a:t>específicos</a:t>
            </a:r>
            <a:r>
              <a:rPr sz="1100" b="0" i="0" dirty="0">
                <a:solidFill>
                  <a:srgbClr val="464646"/>
                </a:solidFill>
                <a:latin typeface="Arial"/>
                <a:hlinkClick r:id="rId3"/>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694666" y="804542"/>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Preguntas</a:t>
            </a:r>
            <a:r>
              <a:rPr b="0" i="0" dirty="0">
                <a:solidFill>
                  <a:srgbClr val="4949EE"/>
                </a:solidFill>
                <a:latin typeface="Arial"/>
              </a:rPr>
              <a:t>: de </a:t>
            </a:r>
            <a:r>
              <a:rPr b="0" i="0" dirty="0" err="1">
                <a:solidFill>
                  <a:srgbClr val="4949EE"/>
                </a:solidFill>
                <a:latin typeface="Arial"/>
              </a:rPr>
              <a:t>alcance</a:t>
            </a:r>
            <a:r>
              <a:rPr b="0" i="0" dirty="0">
                <a:solidFill>
                  <a:srgbClr val="4949EE"/>
                </a:solidFill>
                <a:latin typeface="Arial"/>
              </a:rPr>
              <a:t> a </a:t>
            </a:r>
            <a:r>
              <a:rPr b="0" i="0" dirty="0" err="1">
                <a:solidFill>
                  <a:srgbClr val="4949EE"/>
                </a:solidFill>
                <a:latin typeface="Arial"/>
              </a:rPr>
              <a:t>validación</a:t>
            </a:r>
            <a:endParaRPr b="0" i="0" dirty="0">
              <a:solidFill>
                <a:srgbClr val="4949EE"/>
              </a:solidFill>
              <a:latin typeface="Arial"/>
            </a:endParaRPr>
          </a:p>
        </p:txBody>
      </p:sp>
      <p:sp>
        <p:nvSpPr>
          <p:cNvPr id="6" name="levels_intro"/>
          <p:cNvSpPr txBox="1"/>
          <p:nvPr/>
        </p:nvSpPr>
        <p:spPr>
          <a:xfrm>
            <a:off x="716003" y="1515046"/>
            <a:ext cx="10241280" cy="295466"/>
          </a:xfrm>
          <a:prstGeom prst="rect">
            <a:avLst/>
          </a:prstGeom>
          <a:noFill/>
        </p:spPr>
        <p:txBody>
          <a:bodyPr wrap="square" lIns="18288" tIns="9144" rIns="18288" bIns="9144" anchor="t">
            <a:spAutoFit/>
          </a:bodyPr>
          <a:lstStyle/>
          <a:p>
            <a:pPr algn="l">
              <a:defRPr/>
            </a:pPr>
            <a:r>
              <a:rPr sz="1800" b="0" i="0" dirty="0">
                <a:solidFill>
                  <a:srgbClr val="464646"/>
                </a:solidFill>
                <a:latin typeface="Arial"/>
              </a:rPr>
              <a:t>Las </a:t>
            </a:r>
            <a:r>
              <a:rPr sz="1800" b="0" i="0" dirty="0" err="1">
                <a:solidFill>
                  <a:srgbClr val="464646"/>
                </a:solidFill>
                <a:latin typeface="Arial"/>
              </a:rPr>
              <a:t>preguntas</a:t>
            </a:r>
            <a:r>
              <a:rPr sz="1800" b="0" i="0" dirty="0">
                <a:solidFill>
                  <a:srgbClr val="464646"/>
                </a:solidFill>
                <a:latin typeface="Arial"/>
              </a:rPr>
              <a:t> se </a:t>
            </a:r>
            <a:r>
              <a:rPr sz="1800" b="0" i="0" dirty="0" err="1">
                <a:solidFill>
                  <a:srgbClr val="464646"/>
                </a:solidFill>
                <a:latin typeface="Arial"/>
              </a:rPr>
              <a:t>reorganizan</a:t>
            </a:r>
            <a:r>
              <a:rPr sz="1800" b="0" i="0" dirty="0">
                <a:solidFill>
                  <a:srgbClr val="464646"/>
                </a:solidFill>
                <a:latin typeface="Arial"/>
              </a:rPr>
              <a:t> </a:t>
            </a:r>
            <a:r>
              <a:rPr sz="1800" b="0" i="0" dirty="0" err="1">
                <a:solidFill>
                  <a:srgbClr val="464646"/>
                </a:solidFill>
                <a:latin typeface="Arial"/>
              </a:rPr>
              <a:t>en</a:t>
            </a:r>
            <a:r>
              <a:rPr sz="1800" b="0" i="0" dirty="0">
                <a:solidFill>
                  <a:srgbClr val="464646"/>
                </a:solidFill>
                <a:latin typeface="Arial"/>
              </a:rPr>
              <a:t> </a:t>
            </a:r>
            <a:r>
              <a:rPr sz="1800" b="0" i="0" dirty="0" err="1">
                <a:solidFill>
                  <a:srgbClr val="464646"/>
                </a:solidFill>
                <a:latin typeface="Arial"/>
              </a:rPr>
              <a:t>cinco</a:t>
            </a:r>
            <a:r>
              <a:rPr sz="1800" b="0" i="0" dirty="0">
                <a:solidFill>
                  <a:srgbClr val="464646"/>
                </a:solidFill>
                <a:latin typeface="Arial"/>
              </a:rPr>
              <a:t> </a:t>
            </a:r>
            <a:r>
              <a:rPr sz="1800" b="0" i="0" dirty="0" err="1">
                <a:solidFill>
                  <a:srgbClr val="464646"/>
                </a:solidFill>
                <a:latin typeface="Arial"/>
              </a:rPr>
              <a:t>niveles</a:t>
            </a:r>
            <a:r>
              <a:rPr sz="1800" b="0" i="0" dirty="0">
                <a:solidFill>
                  <a:srgbClr val="464646"/>
                </a:solidFill>
                <a:latin typeface="Arial"/>
              </a:rPr>
              <a:t> para </a:t>
            </a:r>
            <a:r>
              <a:rPr sz="1800" b="0" i="0" dirty="0" err="1">
                <a:solidFill>
                  <a:srgbClr val="464646"/>
                </a:solidFill>
                <a:latin typeface="Arial"/>
              </a:rPr>
              <a:t>guiar</a:t>
            </a:r>
            <a:r>
              <a:rPr sz="1800" b="0" i="0" dirty="0">
                <a:solidFill>
                  <a:srgbClr val="464646"/>
                </a:solidFill>
                <a:latin typeface="Arial"/>
              </a:rPr>
              <a:t> </a:t>
            </a:r>
            <a:r>
              <a:rPr sz="1800" b="0" i="0" dirty="0" err="1">
                <a:solidFill>
                  <a:srgbClr val="464646"/>
                </a:solidFill>
                <a:latin typeface="Arial"/>
              </a:rPr>
              <a:t>el</a:t>
            </a:r>
            <a:r>
              <a:rPr sz="1800" b="0" i="0" dirty="0">
                <a:solidFill>
                  <a:srgbClr val="464646"/>
                </a:solidFill>
                <a:latin typeface="Arial"/>
              </a:rPr>
              <a:t> </a:t>
            </a:r>
            <a:r>
              <a:rPr sz="1800" b="0" i="0" dirty="0" err="1">
                <a:solidFill>
                  <a:srgbClr val="464646"/>
                </a:solidFill>
                <a:latin typeface="Arial"/>
              </a:rPr>
              <a:t>proceso</a:t>
            </a:r>
            <a:r>
              <a:rPr sz="1800" b="0" i="0" dirty="0">
                <a:solidFill>
                  <a:srgbClr val="464646"/>
                </a:solidFill>
                <a:latin typeface="Arial"/>
              </a:rPr>
              <a:t> </a:t>
            </a:r>
            <a:r>
              <a:rPr sz="1800" b="0" i="0" dirty="0" err="1">
                <a:solidFill>
                  <a:srgbClr val="464646"/>
                </a:solidFill>
                <a:latin typeface="Arial"/>
              </a:rPr>
              <a:t>ontológico</a:t>
            </a:r>
            <a:r>
              <a:rPr sz="1800" b="0" i="0" dirty="0">
                <a:solidFill>
                  <a:srgbClr val="464646"/>
                </a:solidFill>
                <a:latin typeface="Arial"/>
              </a:rPr>
              <a:t> de forma </a:t>
            </a:r>
            <a:r>
              <a:rPr sz="1800" b="0" i="0" dirty="0" err="1">
                <a:solidFill>
                  <a:srgbClr val="464646"/>
                </a:solidFill>
                <a:latin typeface="Arial"/>
              </a:rPr>
              <a:t>trazable</a:t>
            </a:r>
            <a:r>
              <a:rPr sz="1800" b="0" i="0" dirty="0">
                <a:solidFill>
                  <a:srgbClr val="464646"/>
                </a:solidFill>
                <a:latin typeface="Arial"/>
              </a:rPr>
              <a:t>.</a:t>
            </a:r>
          </a:p>
        </p:txBody>
      </p:sp>
      <p:cxnSp>
        <p:nvCxnSpPr>
          <p:cNvPr id="7" name="level_conn_0"/>
          <p:cNvCxnSpPr/>
          <p:nvPr/>
        </p:nvCxnSpPr>
        <p:spPr>
          <a:xfrm>
            <a:off x="2487168" y="3564355"/>
            <a:ext cx="484632" cy="0"/>
          </a:xfrm>
          <a:prstGeom prst="line">
            <a:avLst/>
          </a:prstGeom>
          <a:ln w="1397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8" name="level_conn_1"/>
          <p:cNvCxnSpPr/>
          <p:nvPr/>
        </p:nvCxnSpPr>
        <p:spPr>
          <a:xfrm>
            <a:off x="4453127" y="3564355"/>
            <a:ext cx="484633" cy="0"/>
          </a:xfrm>
          <a:prstGeom prst="line">
            <a:avLst/>
          </a:prstGeom>
          <a:ln w="1397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9" name="level_conn_2"/>
          <p:cNvCxnSpPr/>
          <p:nvPr/>
        </p:nvCxnSpPr>
        <p:spPr>
          <a:xfrm>
            <a:off x="6419088" y="3564355"/>
            <a:ext cx="484632" cy="0"/>
          </a:xfrm>
          <a:prstGeom prst="line">
            <a:avLst/>
          </a:prstGeom>
          <a:ln w="13970">
            <a:solidFill>
              <a:srgbClr val="BEBEBE"/>
            </a:solidFill>
          </a:ln>
        </p:spPr>
        <p:style>
          <a:lnRef idx="2">
            <a:schemeClr val="accent1"/>
          </a:lnRef>
          <a:fillRef idx="0">
            <a:schemeClr val="accent1"/>
          </a:fillRef>
          <a:effectRef idx="1">
            <a:schemeClr val="accent1"/>
          </a:effectRef>
          <a:fontRef idx="minor">
            <a:schemeClr val="tx1"/>
          </a:fontRef>
        </p:style>
      </p:cxnSp>
      <p:cxnSp>
        <p:nvCxnSpPr>
          <p:cNvPr id="10" name="level_conn_3"/>
          <p:cNvCxnSpPr/>
          <p:nvPr/>
        </p:nvCxnSpPr>
        <p:spPr>
          <a:xfrm>
            <a:off x="8385048" y="3564355"/>
            <a:ext cx="484632" cy="0"/>
          </a:xfrm>
          <a:prstGeom prst="line">
            <a:avLst/>
          </a:prstGeom>
          <a:ln w="13970">
            <a:solidFill>
              <a:srgbClr val="BEBEBE"/>
            </a:solidFill>
          </a:ln>
        </p:spPr>
        <p:style>
          <a:lnRef idx="2">
            <a:schemeClr val="accent1"/>
          </a:lnRef>
          <a:fillRef idx="0">
            <a:schemeClr val="accent1"/>
          </a:fillRef>
          <a:effectRef idx="1">
            <a:schemeClr val="accent1"/>
          </a:effectRef>
          <a:fontRef idx="minor">
            <a:schemeClr val="tx1"/>
          </a:fontRef>
        </p:style>
      </p:cxnSp>
      <p:sp>
        <p:nvSpPr>
          <p:cNvPr id="11" name="level_num_0"/>
          <p:cNvSpPr/>
          <p:nvPr/>
        </p:nvSpPr>
        <p:spPr>
          <a:xfrm>
            <a:off x="813816" y="2147035"/>
            <a:ext cx="1508760" cy="438912"/>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2" name="level_num_0_text"/>
          <p:cNvSpPr txBox="1"/>
          <p:nvPr/>
        </p:nvSpPr>
        <p:spPr>
          <a:xfrm>
            <a:off x="859536" y="2261578"/>
            <a:ext cx="1417319" cy="264688"/>
          </a:xfrm>
          <a:prstGeom prst="rect">
            <a:avLst/>
          </a:prstGeom>
          <a:noFill/>
        </p:spPr>
        <p:txBody>
          <a:bodyPr wrap="square" lIns="18288" tIns="9144" rIns="18288" bIns="9144" anchor="ctr">
            <a:spAutoFit/>
          </a:bodyPr>
          <a:lstStyle/>
          <a:p>
            <a:pPr algn="ctr">
              <a:defRPr/>
            </a:pPr>
            <a:r>
              <a:rPr sz="1600" b="1" i="0">
                <a:solidFill>
                  <a:srgbClr val="232323"/>
                </a:solidFill>
                <a:latin typeface="Arial"/>
              </a:rPr>
              <a:t>Nivel 1</a:t>
            </a:r>
          </a:p>
        </p:txBody>
      </p:sp>
      <p:sp>
        <p:nvSpPr>
          <p:cNvPr id="13" name="level_card_0"/>
          <p:cNvSpPr/>
          <p:nvPr/>
        </p:nvSpPr>
        <p:spPr>
          <a:xfrm>
            <a:off x="813816" y="2741395"/>
            <a:ext cx="1783080" cy="1691640"/>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4" name="level_card_0_strip"/>
          <p:cNvSpPr/>
          <p:nvPr/>
        </p:nvSpPr>
        <p:spPr>
          <a:xfrm>
            <a:off x="813816" y="2741394"/>
            <a:ext cx="1783080" cy="607831"/>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5" name="level_card_0_title"/>
          <p:cNvSpPr txBox="1"/>
          <p:nvPr/>
        </p:nvSpPr>
        <p:spPr>
          <a:xfrm>
            <a:off x="932688" y="2814547"/>
            <a:ext cx="1554480" cy="510909"/>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Preguntas</a:t>
            </a:r>
            <a:r>
              <a:rPr sz="1600" b="1" i="0" dirty="0">
                <a:solidFill>
                  <a:srgbClr val="FFFFFF"/>
                </a:solidFill>
                <a:latin typeface="Arial"/>
              </a:rPr>
              <a:t> de </a:t>
            </a:r>
            <a:r>
              <a:rPr sz="1600" b="1" i="0" dirty="0" err="1">
                <a:solidFill>
                  <a:srgbClr val="FFFFFF"/>
                </a:solidFill>
                <a:latin typeface="Arial"/>
              </a:rPr>
              <a:t>alcance</a:t>
            </a:r>
            <a:endParaRPr sz="1600" b="1" i="0" dirty="0">
              <a:solidFill>
                <a:srgbClr val="FFFFFF"/>
              </a:solidFill>
              <a:latin typeface="Arial"/>
            </a:endParaRPr>
          </a:p>
        </p:txBody>
      </p:sp>
      <p:sp>
        <p:nvSpPr>
          <p:cNvPr id="16" name="level_card_0_body"/>
          <p:cNvSpPr txBox="1"/>
          <p:nvPr/>
        </p:nvSpPr>
        <p:spPr>
          <a:xfrm>
            <a:off x="959566" y="3469712"/>
            <a:ext cx="1463040" cy="757130"/>
          </a:xfrm>
          <a:prstGeom prst="rect">
            <a:avLst/>
          </a:prstGeom>
          <a:noFill/>
        </p:spPr>
        <p:txBody>
          <a:bodyPr wrap="square" lIns="18288" tIns="9144" rIns="18288" bIns="9144" anchor="t">
            <a:spAutoFit/>
          </a:bodyPr>
          <a:lstStyle/>
          <a:p>
            <a:pPr algn="l">
              <a:defRPr/>
            </a:pPr>
            <a:r>
              <a:rPr sz="1600" b="0" i="0" dirty="0" err="1">
                <a:solidFill>
                  <a:srgbClr val="232323"/>
                </a:solidFill>
                <a:latin typeface="Arial"/>
              </a:rPr>
              <a:t>Delimitan</a:t>
            </a:r>
            <a:r>
              <a:rPr sz="1600" b="0" i="0" dirty="0">
                <a:solidFill>
                  <a:srgbClr val="232323"/>
                </a:solidFill>
                <a:latin typeface="Arial"/>
              </a:rPr>
              <a:t> </a:t>
            </a:r>
            <a:r>
              <a:rPr sz="1600" b="0" i="0" dirty="0" err="1">
                <a:solidFill>
                  <a:srgbClr val="232323"/>
                </a:solidFill>
                <a:latin typeface="Arial"/>
              </a:rPr>
              <a:t>dominio</a:t>
            </a:r>
            <a:r>
              <a:rPr sz="1600" b="0" i="0" dirty="0">
                <a:solidFill>
                  <a:srgbClr val="232323"/>
                </a:solidFill>
                <a:latin typeface="Arial"/>
              </a:rPr>
              <a:t> y </a:t>
            </a:r>
            <a:r>
              <a:rPr sz="1600" b="0" i="0" dirty="0" err="1">
                <a:solidFill>
                  <a:srgbClr val="232323"/>
                </a:solidFill>
                <a:latin typeface="Arial"/>
              </a:rPr>
              <a:t>límites</a:t>
            </a:r>
            <a:endParaRPr sz="1600" b="0" i="0" dirty="0">
              <a:solidFill>
                <a:srgbClr val="232323"/>
              </a:solidFill>
              <a:latin typeface="Arial"/>
            </a:endParaRPr>
          </a:p>
        </p:txBody>
      </p:sp>
      <p:sp>
        <p:nvSpPr>
          <p:cNvPr id="17" name="level_num_1"/>
          <p:cNvSpPr/>
          <p:nvPr/>
        </p:nvSpPr>
        <p:spPr>
          <a:xfrm>
            <a:off x="2962656" y="2147035"/>
            <a:ext cx="1508760" cy="438912"/>
          </a:xfrm>
          <a:prstGeom prst="roundRect">
            <a:avLst/>
          </a:prstGeom>
          <a:solidFill>
            <a:srgbClr val="FFFFFF"/>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8" name="level_num_1_text"/>
          <p:cNvSpPr txBox="1"/>
          <p:nvPr/>
        </p:nvSpPr>
        <p:spPr>
          <a:xfrm>
            <a:off x="3008376" y="2261578"/>
            <a:ext cx="1417319" cy="264688"/>
          </a:xfrm>
          <a:prstGeom prst="rect">
            <a:avLst/>
          </a:prstGeom>
          <a:noFill/>
        </p:spPr>
        <p:txBody>
          <a:bodyPr wrap="square" lIns="18288" tIns="9144" rIns="18288" bIns="9144" anchor="ctr">
            <a:spAutoFit/>
          </a:bodyPr>
          <a:lstStyle/>
          <a:p>
            <a:pPr algn="ctr">
              <a:defRPr/>
            </a:pPr>
            <a:r>
              <a:rPr sz="1600" b="1" i="0">
                <a:solidFill>
                  <a:srgbClr val="232323"/>
                </a:solidFill>
                <a:latin typeface="Arial"/>
              </a:rPr>
              <a:t>Nivel 2</a:t>
            </a:r>
          </a:p>
        </p:txBody>
      </p:sp>
      <p:sp>
        <p:nvSpPr>
          <p:cNvPr id="19" name="level_card_1"/>
          <p:cNvSpPr/>
          <p:nvPr/>
        </p:nvSpPr>
        <p:spPr>
          <a:xfrm>
            <a:off x="2962656" y="2741395"/>
            <a:ext cx="1783080" cy="1691640"/>
          </a:xfrm>
          <a:prstGeom prst="roundRect">
            <a:avLst/>
          </a:prstGeom>
          <a:solidFill>
            <a:srgbClr val="FFFFFF"/>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0" name="level_card_1_strip"/>
          <p:cNvSpPr/>
          <p:nvPr/>
        </p:nvSpPr>
        <p:spPr>
          <a:xfrm>
            <a:off x="2962656" y="2741394"/>
            <a:ext cx="1783080" cy="584061"/>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1" name="level_card_1_title"/>
          <p:cNvSpPr txBox="1"/>
          <p:nvPr/>
        </p:nvSpPr>
        <p:spPr>
          <a:xfrm>
            <a:off x="3081528" y="2814547"/>
            <a:ext cx="1554480" cy="510909"/>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Extracción</a:t>
            </a:r>
            <a:r>
              <a:rPr sz="1600" b="1" i="0" dirty="0">
                <a:solidFill>
                  <a:srgbClr val="FFFFFF"/>
                </a:solidFill>
                <a:latin typeface="Arial"/>
              </a:rPr>
              <a:t> de </a:t>
            </a:r>
            <a:r>
              <a:rPr sz="1600" b="1" i="0" dirty="0" err="1">
                <a:solidFill>
                  <a:srgbClr val="FFFFFF"/>
                </a:solidFill>
                <a:latin typeface="Arial"/>
              </a:rPr>
              <a:t>conocimiento</a:t>
            </a:r>
            <a:endParaRPr sz="1600" b="1" i="0" dirty="0">
              <a:solidFill>
                <a:srgbClr val="FFFFFF"/>
              </a:solidFill>
              <a:latin typeface="Arial"/>
            </a:endParaRPr>
          </a:p>
        </p:txBody>
      </p:sp>
      <p:sp>
        <p:nvSpPr>
          <p:cNvPr id="22" name="level_card_1_body"/>
          <p:cNvSpPr txBox="1"/>
          <p:nvPr/>
        </p:nvSpPr>
        <p:spPr>
          <a:xfrm>
            <a:off x="3101478" y="3539509"/>
            <a:ext cx="1463040" cy="757130"/>
          </a:xfrm>
          <a:prstGeom prst="rect">
            <a:avLst/>
          </a:prstGeom>
          <a:noFill/>
        </p:spPr>
        <p:txBody>
          <a:bodyPr wrap="square" lIns="18288" tIns="9144" rIns="18288" bIns="9144" anchor="t">
            <a:spAutoFit/>
          </a:bodyPr>
          <a:lstStyle/>
          <a:p>
            <a:pPr algn="l">
              <a:defRPr/>
            </a:pPr>
            <a:r>
              <a:rPr sz="1600" b="0" i="0" dirty="0" err="1">
                <a:solidFill>
                  <a:srgbClr val="232323"/>
                </a:solidFill>
                <a:latin typeface="Arial"/>
              </a:rPr>
              <a:t>Construyen</a:t>
            </a:r>
            <a:r>
              <a:rPr sz="1600" b="0" i="0" dirty="0">
                <a:solidFill>
                  <a:srgbClr val="232323"/>
                </a:solidFill>
                <a:latin typeface="Arial"/>
              </a:rPr>
              <a:t> corpus y </a:t>
            </a:r>
            <a:r>
              <a:rPr sz="1600" b="0" i="0" dirty="0" err="1">
                <a:solidFill>
                  <a:srgbClr val="232323"/>
                </a:solidFill>
                <a:latin typeface="Arial"/>
              </a:rPr>
              <a:t>evidencias</a:t>
            </a:r>
            <a:endParaRPr sz="1600" b="0" i="0" dirty="0">
              <a:solidFill>
                <a:srgbClr val="232323"/>
              </a:solidFill>
              <a:latin typeface="Arial"/>
            </a:endParaRPr>
          </a:p>
        </p:txBody>
      </p:sp>
      <p:sp>
        <p:nvSpPr>
          <p:cNvPr id="23" name="level_num_2"/>
          <p:cNvSpPr/>
          <p:nvPr/>
        </p:nvSpPr>
        <p:spPr>
          <a:xfrm>
            <a:off x="5111496" y="2147035"/>
            <a:ext cx="1508760" cy="438912"/>
          </a:xfrm>
          <a:prstGeom prst="roundRect">
            <a:avLst/>
          </a:prstGeom>
          <a:solidFill>
            <a:srgbClr val="FFFFFF"/>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4" name="level_num_2_text"/>
          <p:cNvSpPr txBox="1"/>
          <p:nvPr/>
        </p:nvSpPr>
        <p:spPr>
          <a:xfrm>
            <a:off x="5157216" y="2261578"/>
            <a:ext cx="1417319" cy="264688"/>
          </a:xfrm>
          <a:prstGeom prst="rect">
            <a:avLst/>
          </a:prstGeom>
          <a:noFill/>
        </p:spPr>
        <p:txBody>
          <a:bodyPr wrap="square" lIns="18288" tIns="9144" rIns="18288" bIns="9144" anchor="ctr">
            <a:spAutoFit/>
          </a:bodyPr>
          <a:lstStyle/>
          <a:p>
            <a:pPr algn="ctr">
              <a:defRPr/>
            </a:pPr>
            <a:r>
              <a:rPr sz="1600" b="1" i="0">
                <a:solidFill>
                  <a:srgbClr val="232323"/>
                </a:solidFill>
                <a:latin typeface="Arial"/>
              </a:rPr>
              <a:t>Nivel 3</a:t>
            </a:r>
          </a:p>
        </p:txBody>
      </p:sp>
      <p:sp>
        <p:nvSpPr>
          <p:cNvPr id="25" name="level_card_2"/>
          <p:cNvSpPr/>
          <p:nvPr/>
        </p:nvSpPr>
        <p:spPr>
          <a:xfrm>
            <a:off x="5111496" y="2741395"/>
            <a:ext cx="1783080" cy="1691640"/>
          </a:xfrm>
          <a:prstGeom prst="roundRect">
            <a:avLst/>
          </a:prstGeom>
          <a:solidFill>
            <a:srgbClr val="FFFFFF"/>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6" name="level_card_2_strip"/>
          <p:cNvSpPr/>
          <p:nvPr/>
        </p:nvSpPr>
        <p:spPr>
          <a:xfrm>
            <a:off x="5111496" y="2741394"/>
            <a:ext cx="1783080" cy="631883"/>
          </a:xfrm>
          <a:prstGeom prst="roundRect">
            <a:avLst/>
          </a:prstGeom>
          <a:solidFill>
            <a:srgbClr val="F66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7" name="level_card_2_title"/>
          <p:cNvSpPr txBox="1"/>
          <p:nvPr/>
        </p:nvSpPr>
        <p:spPr>
          <a:xfrm>
            <a:off x="5230368" y="2814547"/>
            <a:ext cx="1554480" cy="510909"/>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Preguntas</a:t>
            </a:r>
            <a:r>
              <a:rPr sz="1600" b="1" i="0" dirty="0">
                <a:solidFill>
                  <a:srgbClr val="FFFFFF"/>
                </a:solidFill>
                <a:latin typeface="Arial"/>
              </a:rPr>
              <a:t> de </a:t>
            </a:r>
            <a:r>
              <a:rPr sz="1600" b="1" i="0" dirty="0" err="1">
                <a:solidFill>
                  <a:srgbClr val="FFFFFF"/>
                </a:solidFill>
                <a:latin typeface="Arial"/>
              </a:rPr>
              <a:t>competencia</a:t>
            </a:r>
            <a:endParaRPr sz="1600" b="1" i="0" dirty="0">
              <a:solidFill>
                <a:srgbClr val="FFFFFF"/>
              </a:solidFill>
              <a:latin typeface="Arial"/>
            </a:endParaRPr>
          </a:p>
        </p:txBody>
      </p:sp>
      <p:sp>
        <p:nvSpPr>
          <p:cNvPr id="28" name="level_card_2_body"/>
          <p:cNvSpPr txBox="1"/>
          <p:nvPr/>
        </p:nvSpPr>
        <p:spPr>
          <a:xfrm>
            <a:off x="5294376" y="3516533"/>
            <a:ext cx="1463040" cy="757130"/>
          </a:xfrm>
          <a:prstGeom prst="rect">
            <a:avLst/>
          </a:prstGeom>
          <a:noFill/>
        </p:spPr>
        <p:txBody>
          <a:bodyPr wrap="square" lIns="18288" tIns="9144" rIns="18288" bIns="9144" anchor="t">
            <a:spAutoFit/>
          </a:bodyPr>
          <a:lstStyle/>
          <a:p>
            <a:pPr algn="l">
              <a:defRPr/>
            </a:pPr>
            <a:r>
              <a:rPr sz="1600" b="0" i="0" dirty="0" err="1">
                <a:solidFill>
                  <a:srgbClr val="232323"/>
                </a:solidFill>
                <a:latin typeface="Arial"/>
              </a:rPr>
              <a:t>Evalúan</a:t>
            </a:r>
            <a:r>
              <a:rPr sz="1600" b="0" i="0" dirty="0">
                <a:solidFill>
                  <a:srgbClr val="232323"/>
                </a:solidFill>
                <a:latin typeface="Arial"/>
              </a:rPr>
              <a:t> </a:t>
            </a:r>
            <a:r>
              <a:rPr sz="1600" b="0" i="0" dirty="0" err="1">
                <a:solidFill>
                  <a:srgbClr val="232323"/>
                </a:solidFill>
                <a:latin typeface="Arial"/>
              </a:rPr>
              <a:t>si</a:t>
            </a:r>
            <a:r>
              <a:rPr sz="1600" b="0" i="0" dirty="0">
                <a:solidFill>
                  <a:srgbClr val="232323"/>
                </a:solidFill>
                <a:latin typeface="Arial"/>
              </a:rPr>
              <a:t> la </a:t>
            </a:r>
            <a:r>
              <a:rPr sz="1600" b="0" i="0" dirty="0" err="1">
                <a:solidFill>
                  <a:srgbClr val="232323"/>
                </a:solidFill>
                <a:latin typeface="Arial"/>
              </a:rPr>
              <a:t>ontología</a:t>
            </a:r>
            <a:r>
              <a:rPr sz="1600" b="0" i="0" dirty="0">
                <a:solidFill>
                  <a:srgbClr val="232323"/>
                </a:solidFill>
                <a:latin typeface="Arial"/>
              </a:rPr>
              <a:t> </a:t>
            </a:r>
            <a:r>
              <a:rPr sz="1600" b="0" i="0" dirty="0" err="1">
                <a:solidFill>
                  <a:srgbClr val="232323"/>
                </a:solidFill>
                <a:latin typeface="Arial"/>
              </a:rPr>
              <a:t>responde</a:t>
            </a:r>
            <a:endParaRPr sz="1600" b="0" i="0" dirty="0">
              <a:solidFill>
                <a:srgbClr val="232323"/>
              </a:solidFill>
              <a:latin typeface="Arial"/>
            </a:endParaRPr>
          </a:p>
        </p:txBody>
      </p:sp>
      <p:sp>
        <p:nvSpPr>
          <p:cNvPr id="29" name="level_num_3"/>
          <p:cNvSpPr/>
          <p:nvPr/>
        </p:nvSpPr>
        <p:spPr>
          <a:xfrm>
            <a:off x="7260336" y="2147035"/>
            <a:ext cx="1508760" cy="438912"/>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30" name="level_num_3_text"/>
          <p:cNvSpPr txBox="1"/>
          <p:nvPr/>
        </p:nvSpPr>
        <p:spPr>
          <a:xfrm>
            <a:off x="7306056" y="2261578"/>
            <a:ext cx="1417319" cy="264688"/>
          </a:xfrm>
          <a:prstGeom prst="rect">
            <a:avLst/>
          </a:prstGeom>
          <a:noFill/>
        </p:spPr>
        <p:txBody>
          <a:bodyPr wrap="square" lIns="18288" tIns="9144" rIns="18288" bIns="9144" anchor="ctr">
            <a:spAutoFit/>
          </a:bodyPr>
          <a:lstStyle/>
          <a:p>
            <a:pPr algn="ctr">
              <a:defRPr/>
            </a:pPr>
            <a:r>
              <a:rPr sz="1600" b="1" i="0">
                <a:solidFill>
                  <a:srgbClr val="232323"/>
                </a:solidFill>
                <a:latin typeface="Arial"/>
              </a:rPr>
              <a:t>Nivel 4</a:t>
            </a:r>
          </a:p>
        </p:txBody>
      </p:sp>
      <p:sp>
        <p:nvSpPr>
          <p:cNvPr id="31" name="level_card_3"/>
          <p:cNvSpPr/>
          <p:nvPr/>
        </p:nvSpPr>
        <p:spPr>
          <a:xfrm>
            <a:off x="7260336" y="2741395"/>
            <a:ext cx="1783080" cy="1691640"/>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32" name="level_card_3_strip"/>
          <p:cNvSpPr/>
          <p:nvPr/>
        </p:nvSpPr>
        <p:spPr>
          <a:xfrm>
            <a:off x="7260336" y="2741395"/>
            <a:ext cx="1783080" cy="60783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33" name="level_card_3_title"/>
          <p:cNvSpPr txBox="1"/>
          <p:nvPr/>
        </p:nvSpPr>
        <p:spPr>
          <a:xfrm>
            <a:off x="7379208" y="2814547"/>
            <a:ext cx="1554480" cy="510909"/>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Diseño</a:t>
            </a:r>
            <a:r>
              <a:rPr sz="1600" b="1" i="0" dirty="0">
                <a:solidFill>
                  <a:srgbClr val="FFFFFF"/>
                </a:solidFill>
                <a:latin typeface="Arial"/>
              </a:rPr>
              <a:t> OWL/RDF</a:t>
            </a:r>
          </a:p>
        </p:txBody>
      </p:sp>
      <p:sp>
        <p:nvSpPr>
          <p:cNvPr id="34" name="level_card_3_body"/>
          <p:cNvSpPr txBox="1"/>
          <p:nvPr/>
        </p:nvSpPr>
        <p:spPr>
          <a:xfrm>
            <a:off x="7424928" y="3416790"/>
            <a:ext cx="1463040" cy="757130"/>
          </a:xfrm>
          <a:prstGeom prst="rect">
            <a:avLst/>
          </a:prstGeom>
          <a:noFill/>
        </p:spPr>
        <p:txBody>
          <a:bodyPr wrap="square" lIns="18288" tIns="9144" rIns="18288" bIns="9144" anchor="t">
            <a:spAutoFit/>
          </a:bodyPr>
          <a:lstStyle/>
          <a:p>
            <a:pPr algn="l">
              <a:defRPr/>
            </a:pPr>
            <a:r>
              <a:rPr sz="1600" b="0" i="0" dirty="0" err="1">
                <a:solidFill>
                  <a:srgbClr val="232323"/>
                </a:solidFill>
                <a:latin typeface="Arial"/>
              </a:rPr>
              <a:t>Definen</a:t>
            </a:r>
            <a:r>
              <a:rPr sz="1600" b="0" i="0" dirty="0">
                <a:solidFill>
                  <a:srgbClr val="232323"/>
                </a:solidFill>
                <a:latin typeface="Arial"/>
              </a:rPr>
              <a:t> </a:t>
            </a:r>
            <a:r>
              <a:rPr sz="1600" b="0" i="0" dirty="0" err="1">
                <a:solidFill>
                  <a:srgbClr val="232323"/>
                </a:solidFill>
                <a:latin typeface="Arial"/>
              </a:rPr>
              <a:t>clases</a:t>
            </a:r>
            <a:r>
              <a:rPr sz="1600" b="0" i="0" dirty="0">
                <a:solidFill>
                  <a:srgbClr val="232323"/>
                </a:solidFill>
                <a:latin typeface="Arial"/>
              </a:rPr>
              <a:t>, </a:t>
            </a:r>
            <a:r>
              <a:rPr sz="1600" b="0" i="0" dirty="0" err="1">
                <a:solidFill>
                  <a:srgbClr val="232323"/>
                </a:solidFill>
                <a:latin typeface="Arial"/>
              </a:rPr>
              <a:t>propiedades</a:t>
            </a:r>
            <a:r>
              <a:rPr sz="1600" b="0" i="0" dirty="0">
                <a:solidFill>
                  <a:srgbClr val="232323"/>
                </a:solidFill>
                <a:latin typeface="Arial"/>
              </a:rPr>
              <a:t> y </a:t>
            </a:r>
            <a:r>
              <a:rPr sz="1600" b="0" i="0" dirty="0" err="1">
                <a:solidFill>
                  <a:srgbClr val="232323"/>
                </a:solidFill>
                <a:latin typeface="Arial"/>
              </a:rPr>
              <a:t>axiomas</a:t>
            </a:r>
            <a:endParaRPr sz="1600" b="0" i="0" dirty="0">
              <a:solidFill>
                <a:srgbClr val="232323"/>
              </a:solidFill>
              <a:latin typeface="Arial"/>
            </a:endParaRPr>
          </a:p>
        </p:txBody>
      </p:sp>
      <p:sp>
        <p:nvSpPr>
          <p:cNvPr id="35" name="level_num_4"/>
          <p:cNvSpPr/>
          <p:nvPr/>
        </p:nvSpPr>
        <p:spPr>
          <a:xfrm>
            <a:off x="9409176" y="2147035"/>
            <a:ext cx="1508760" cy="438912"/>
          </a:xfrm>
          <a:prstGeom prst="roundRect">
            <a:avLst/>
          </a:prstGeom>
          <a:solidFill>
            <a:srgbClr val="FFFFFF"/>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36" name="level_num_4_text"/>
          <p:cNvSpPr txBox="1"/>
          <p:nvPr/>
        </p:nvSpPr>
        <p:spPr>
          <a:xfrm>
            <a:off x="9454896" y="2261578"/>
            <a:ext cx="1417319" cy="264688"/>
          </a:xfrm>
          <a:prstGeom prst="rect">
            <a:avLst/>
          </a:prstGeom>
          <a:noFill/>
        </p:spPr>
        <p:txBody>
          <a:bodyPr wrap="square" lIns="18288" tIns="9144" rIns="18288" bIns="9144" anchor="ctr">
            <a:spAutoFit/>
          </a:bodyPr>
          <a:lstStyle/>
          <a:p>
            <a:pPr algn="ctr">
              <a:defRPr/>
            </a:pPr>
            <a:r>
              <a:rPr sz="1600" b="1" i="0">
                <a:solidFill>
                  <a:srgbClr val="232323"/>
                </a:solidFill>
                <a:latin typeface="Arial"/>
              </a:rPr>
              <a:t>Nivel 5</a:t>
            </a:r>
          </a:p>
        </p:txBody>
      </p:sp>
      <p:sp>
        <p:nvSpPr>
          <p:cNvPr id="37" name="level_card_4"/>
          <p:cNvSpPr/>
          <p:nvPr/>
        </p:nvSpPr>
        <p:spPr>
          <a:xfrm>
            <a:off x="9409176" y="2741395"/>
            <a:ext cx="1783080" cy="1691640"/>
          </a:xfrm>
          <a:prstGeom prst="roundRect">
            <a:avLst/>
          </a:prstGeom>
          <a:solidFill>
            <a:srgbClr val="FFFFFF"/>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38" name="level_card_4_strip"/>
          <p:cNvSpPr/>
          <p:nvPr/>
        </p:nvSpPr>
        <p:spPr>
          <a:xfrm>
            <a:off x="9409176" y="2741395"/>
            <a:ext cx="1783080" cy="584060"/>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39" name="level_card_4_title"/>
          <p:cNvSpPr txBox="1"/>
          <p:nvPr/>
        </p:nvSpPr>
        <p:spPr>
          <a:xfrm>
            <a:off x="9528048" y="2814547"/>
            <a:ext cx="1554480" cy="264688"/>
          </a:xfrm>
          <a:prstGeom prst="rect">
            <a:avLst/>
          </a:prstGeom>
          <a:noFill/>
        </p:spPr>
        <p:txBody>
          <a:bodyPr wrap="square" lIns="18288" tIns="9144" rIns="18288" bIns="9144" anchor="t">
            <a:spAutoFit/>
          </a:bodyPr>
          <a:lstStyle/>
          <a:p>
            <a:pPr algn="ctr">
              <a:defRPr/>
            </a:pPr>
            <a:r>
              <a:rPr sz="1600" b="1" i="0">
                <a:solidFill>
                  <a:srgbClr val="FFFFFF"/>
                </a:solidFill>
                <a:latin typeface="Arial"/>
              </a:rPr>
              <a:t>Validación</a:t>
            </a:r>
          </a:p>
        </p:txBody>
      </p:sp>
      <p:sp>
        <p:nvSpPr>
          <p:cNvPr id="40" name="level_card_4_body"/>
          <p:cNvSpPr txBox="1"/>
          <p:nvPr/>
        </p:nvSpPr>
        <p:spPr>
          <a:xfrm>
            <a:off x="9573768" y="3416790"/>
            <a:ext cx="1463040" cy="757130"/>
          </a:xfrm>
          <a:prstGeom prst="rect">
            <a:avLst/>
          </a:prstGeom>
          <a:noFill/>
        </p:spPr>
        <p:txBody>
          <a:bodyPr wrap="square" lIns="18288" tIns="9144" rIns="18288" bIns="9144" anchor="t">
            <a:spAutoFit/>
          </a:bodyPr>
          <a:lstStyle/>
          <a:p>
            <a:pPr algn="l">
              <a:defRPr/>
            </a:pPr>
            <a:r>
              <a:rPr sz="1600" b="0" i="0" dirty="0" err="1">
                <a:solidFill>
                  <a:srgbClr val="232323"/>
                </a:solidFill>
                <a:latin typeface="Arial"/>
              </a:rPr>
              <a:t>Verifican</a:t>
            </a:r>
            <a:r>
              <a:rPr sz="1600" b="0" i="0" dirty="0">
                <a:solidFill>
                  <a:srgbClr val="232323"/>
                </a:solidFill>
                <a:latin typeface="Arial"/>
              </a:rPr>
              <a:t> </a:t>
            </a:r>
            <a:r>
              <a:rPr sz="1600" b="0" i="0" dirty="0" err="1">
                <a:solidFill>
                  <a:srgbClr val="232323"/>
                </a:solidFill>
                <a:latin typeface="Arial"/>
              </a:rPr>
              <a:t>utilidad</a:t>
            </a:r>
            <a:r>
              <a:rPr sz="1600" b="0" i="0" dirty="0">
                <a:solidFill>
                  <a:srgbClr val="232323"/>
                </a:solidFill>
                <a:latin typeface="Arial"/>
              </a:rPr>
              <a:t> y </a:t>
            </a:r>
            <a:r>
              <a:rPr sz="1600" b="0" i="0" dirty="0" err="1">
                <a:solidFill>
                  <a:srgbClr val="232323"/>
                </a:solidFill>
                <a:latin typeface="Arial"/>
              </a:rPr>
              <a:t>coherencia</a:t>
            </a:r>
            <a:endParaRPr sz="1600" b="0" i="0" dirty="0">
              <a:solidFill>
                <a:srgbClr val="232323"/>
              </a:solidFill>
              <a:latin typeface="Arial"/>
            </a:endParaRPr>
          </a:p>
        </p:txBody>
      </p:sp>
      <p:sp>
        <p:nvSpPr>
          <p:cNvPr id="41" name="Salida clave: matriz pregunta → fuente documental → conceptos → relaciones → triadas → decisión OWL → validación"/>
          <p:cNvSpPr/>
          <p:nvPr/>
        </p:nvSpPr>
        <p:spPr>
          <a:xfrm>
            <a:off x="1129145" y="5381242"/>
            <a:ext cx="9875520" cy="411480"/>
          </a:xfrm>
          <a:prstGeom prst="roundRect">
            <a:avLst/>
          </a:prstGeom>
          <a:solidFill>
            <a:srgbClr val="E8E8FF"/>
          </a:solidFill>
          <a:ln w="1016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2" name="Salida clave: matriz pregunta → fuente documental → conceptos → relaciones → triadas → decisión OWL → validación_txt"/>
          <p:cNvSpPr txBox="1"/>
          <p:nvPr/>
        </p:nvSpPr>
        <p:spPr>
          <a:xfrm>
            <a:off x="1184009" y="5449822"/>
            <a:ext cx="9765792" cy="338328"/>
          </a:xfrm>
          <a:prstGeom prst="rect">
            <a:avLst/>
          </a:prstGeom>
          <a:noFill/>
        </p:spPr>
        <p:txBody>
          <a:bodyPr wrap="square" lIns="18288" tIns="9144" rIns="18288" bIns="9144" anchor="t">
            <a:spAutoFit/>
          </a:bodyPr>
          <a:lstStyle/>
          <a:p>
            <a:pPr algn="ctr">
              <a:defRPr/>
            </a:pPr>
            <a:r>
              <a:rPr sz="1250" b="1" i="0">
                <a:solidFill>
                  <a:srgbClr val="4949EE"/>
                </a:solidFill>
                <a:latin typeface="Arial"/>
              </a:rPr>
              <a:t>Salida clave: matriz pregunta → fuente documental → conceptos → relaciones → triadas → decisión OWL → validación</a:t>
            </a:r>
          </a:p>
        </p:txBody>
      </p:sp>
      <p:sp>
        <p:nvSpPr>
          <p:cNvPr id="43"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 </a:t>
            </a:r>
            <a:r>
              <a:rPr sz="1100" b="0" i="0" dirty="0" err="1">
                <a:solidFill>
                  <a:srgbClr val="464646"/>
                </a:solidFill>
                <a:latin typeface="Arial"/>
                <a:hlinkClick r:id="rId3"/>
              </a:rPr>
              <a:t>presentación</a:t>
            </a:r>
            <a:r>
              <a:rPr sz="1100" b="0" i="0" dirty="0">
                <a:solidFill>
                  <a:srgbClr val="464646"/>
                </a:solidFill>
                <a:latin typeface="Arial"/>
                <a:hlinkClick r:id="rId3"/>
              </a:rPr>
              <a:t> de </a:t>
            </a:r>
            <a:r>
              <a:rPr sz="1100" b="0" i="0" dirty="0" err="1">
                <a:solidFill>
                  <a:srgbClr val="464646"/>
                </a:solidFill>
                <a:latin typeface="Arial"/>
                <a:hlinkClick r:id="rId3"/>
              </a:rPr>
              <a:t>avance</a:t>
            </a:r>
            <a:r>
              <a:rPr sz="1100" b="0" i="0" dirty="0">
                <a:solidFill>
                  <a:srgbClr val="464646"/>
                </a:solidFill>
                <a:latin typeface="Arial"/>
                <a:hlinkClick r:id="rId3"/>
              </a:rPr>
              <a:t> </a:t>
            </a:r>
            <a:r>
              <a:rPr sz="1100" b="0" i="0" dirty="0" err="1">
                <a:solidFill>
                  <a:srgbClr val="464646"/>
                </a:solidFill>
                <a:latin typeface="Arial"/>
                <a:hlinkClick r:id="rId3"/>
              </a:rPr>
              <a:t>anexada</a:t>
            </a:r>
            <a:r>
              <a:rPr sz="1100" b="0" i="0" dirty="0">
                <a:solidFill>
                  <a:srgbClr val="464646"/>
                </a:solidFill>
                <a:latin typeface="Arial"/>
                <a:hlinkClick r:id="rId3"/>
              </a:rPr>
              <a:t>: </a:t>
            </a:r>
            <a:r>
              <a:rPr sz="1100" b="0" i="0" dirty="0" err="1">
                <a:solidFill>
                  <a:srgbClr val="464646"/>
                </a:solidFill>
                <a:latin typeface="Arial"/>
                <a:hlinkClick r:id="rId3"/>
              </a:rPr>
              <a:t>reorganización</a:t>
            </a:r>
            <a:r>
              <a:rPr sz="1100" b="0" i="0" dirty="0">
                <a:solidFill>
                  <a:srgbClr val="464646"/>
                </a:solidFill>
                <a:latin typeface="Arial"/>
                <a:hlinkClick r:id="rId3"/>
              </a:rPr>
              <a:t> </a:t>
            </a:r>
            <a:r>
              <a:rPr sz="1100" b="0" i="0" dirty="0" err="1">
                <a:solidFill>
                  <a:srgbClr val="464646"/>
                </a:solidFill>
                <a:latin typeface="Arial"/>
                <a:hlinkClick r:id="rId3"/>
              </a:rPr>
              <a:t>metodológica</a:t>
            </a:r>
            <a:r>
              <a:rPr sz="1100" b="0" i="0" dirty="0">
                <a:solidFill>
                  <a:srgbClr val="464646"/>
                </a:solidFill>
                <a:latin typeface="Arial"/>
                <a:hlinkClick r:id="rId3"/>
              </a:rPr>
              <a:t> de </a:t>
            </a:r>
            <a:r>
              <a:rPr sz="1100" b="0" i="0" dirty="0" err="1">
                <a:solidFill>
                  <a:srgbClr val="464646"/>
                </a:solidFill>
                <a:latin typeface="Arial"/>
                <a:hlinkClick r:id="rId3"/>
              </a:rPr>
              <a:t>preguntas</a:t>
            </a:r>
            <a:r>
              <a:rPr sz="1100" b="0" i="0" dirty="0">
                <a:solidFill>
                  <a:srgbClr val="464646"/>
                </a:solidFill>
                <a:latin typeface="Arial"/>
                <a:hlinkClick r:id="rId3"/>
              </a:rPr>
              <a:t> </a:t>
            </a:r>
            <a:r>
              <a:rPr sz="1100" b="0" i="0" dirty="0" err="1">
                <a:solidFill>
                  <a:srgbClr val="464646"/>
                </a:solidFill>
                <a:latin typeface="Arial"/>
                <a:hlinkClick r:id="rId3"/>
              </a:rPr>
              <a:t>en</a:t>
            </a:r>
            <a:r>
              <a:rPr sz="1100" b="0" i="0" dirty="0">
                <a:solidFill>
                  <a:srgbClr val="464646"/>
                </a:solidFill>
                <a:latin typeface="Arial"/>
                <a:hlinkClick r:id="rId3"/>
              </a:rPr>
              <a:t> </a:t>
            </a:r>
            <a:r>
              <a:rPr sz="1100" b="0" i="0" dirty="0" err="1">
                <a:solidFill>
                  <a:srgbClr val="464646"/>
                </a:solidFill>
                <a:latin typeface="Arial"/>
                <a:hlinkClick r:id="rId3"/>
              </a:rPr>
              <a:t>cinco</a:t>
            </a:r>
            <a:r>
              <a:rPr sz="1100" b="0" i="0" dirty="0">
                <a:solidFill>
                  <a:srgbClr val="464646"/>
                </a:solidFill>
                <a:latin typeface="Arial"/>
                <a:hlinkClick r:id="rId3"/>
              </a:rPr>
              <a:t> </a:t>
            </a:r>
            <a:r>
              <a:rPr sz="1100" b="0" i="0" dirty="0" err="1">
                <a:solidFill>
                  <a:srgbClr val="464646"/>
                </a:solidFill>
                <a:latin typeface="Arial"/>
                <a:hlinkClick r:id="rId3"/>
              </a:rPr>
              <a:t>niveles</a:t>
            </a:r>
            <a:r>
              <a:rPr sz="1100" b="0" i="0" dirty="0">
                <a:solidFill>
                  <a:srgbClr val="464646"/>
                </a:solidFill>
                <a:latin typeface="Arial"/>
                <a:hlinkClick r:id="rId3"/>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914400" y="855280"/>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Criterios</a:t>
            </a:r>
            <a:r>
              <a:rPr b="0" i="0" dirty="0">
                <a:solidFill>
                  <a:srgbClr val="4949EE"/>
                </a:solidFill>
                <a:latin typeface="Arial"/>
              </a:rPr>
              <a:t> de </a:t>
            </a:r>
            <a:r>
              <a:rPr b="0" i="0" dirty="0" err="1">
                <a:solidFill>
                  <a:srgbClr val="4949EE"/>
                </a:solidFill>
                <a:latin typeface="Arial"/>
              </a:rPr>
              <a:t>evaluación</a:t>
            </a:r>
            <a:endParaRPr b="0" i="0" dirty="0">
              <a:solidFill>
                <a:srgbClr val="4949EE"/>
              </a:solidFill>
              <a:latin typeface="Arial"/>
            </a:endParaRPr>
          </a:p>
        </p:txBody>
      </p:sp>
      <p:sp>
        <p:nvSpPr>
          <p:cNvPr id="6" name="criteria_intro"/>
          <p:cNvSpPr txBox="1"/>
          <p:nvPr/>
        </p:nvSpPr>
        <p:spPr>
          <a:xfrm>
            <a:off x="777240" y="1540038"/>
            <a:ext cx="10332720" cy="264688"/>
          </a:xfrm>
          <a:prstGeom prst="rect">
            <a:avLst/>
          </a:prstGeom>
          <a:noFill/>
        </p:spPr>
        <p:txBody>
          <a:bodyPr wrap="square" lIns="18288" tIns="9144" rIns="18288" bIns="9144" anchor="t">
            <a:spAutoFit/>
          </a:bodyPr>
          <a:lstStyle/>
          <a:p>
            <a:pPr algn="l">
              <a:defRPr/>
            </a:pPr>
            <a:r>
              <a:rPr sz="1600" b="0" i="0" dirty="0">
                <a:solidFill>
                  <a:srgbClr val="464646"/>
                </a:solidFill>
                <a:latin typeface="Arial"/>
              </a:rPr>
              <a:t>La </a:t>
            </a:r>
            <a:r>
              <a:rPr sz="1600" b="0" i="0" dirty="0" err="1">
                <a:solidFill>
                  <a:srgbClr val="464646"/>
                </a:solidFill>
                <a:latin typeface="Arial"/>
              </a:rPr>
              <a:t>decisión</a:t>
            </a:r>
            <a:r>
              <a:rPr sz="1600" b="0" i="0" dirty="0">
                <a:solidFill>
                  <a:srgbClr val="464646"/>
                </a:solidFill>
                <a:latin typeface="Arial"/>
              </a:rPr>
              <a:t> </a:t>
            </a:r>
            <a:r>
              <a:rPr sz="1600" b="0" i="0" dirty="0" err="1">
                <a:solidFill>
                  <a:srgbClr val="464646"/>
                </a:solidFill>
                <a:latin typeface="Arial"/>
              </a:rPr>
              <a:t>multicriterio</a:t>
            </a:r>
            <a:r>
              <a:rPr sz="1600" b="0" i="0" dirty="0">
                <a:solidFill>
                  <a:srgbClr val="464646"/>
                </a:solidFill>
                <a:latin typeface="Arial"/>
              </a:rPr>
              <a:t> </a:t>
            </a:r>
            <a:r>
              <a:rPr sz="1600" b="0" i="0" dirty="0" err="1">
                <a:solidFill>
                  <a:srgbClr val="464646"/>
                </a:solidFill>
                <a:latin typeface="Arial"/>
              </a:rPr>
              <a:t>pondera</a:t>
            </a:r>
            <a:r>
              <a:rPr sz="1600" b="0" i="0" dirty="0">
                <a:solidFill>
                  <a:srgbClr val="464646"/>
                </a:solidFill>
                <a:latin typeface="Arial"/>
              </a:rPr>
              <a:t> </a:t>
            </a:r>
            <a:r>
              <a:rPr sz="1600" b="0" i="0" dirty="0" err="1">
                <a:solidFill>
                  <a:srgbClr val="464646"/>
                </a:solidFill>
                <a:latin typeface="Arial"/>
              </a:rPr>
              <a:t>desempeño</a:t>
            </a:r>
            <a:r>
              <a:rPr sz="1600" b="0" i="0" dirty="0">
                <a:solidFill>
                  <a:srgbClr val="464646"/>
                </a:solidFill>
                <a:latin typeface="Arial"/>
              </a:rPr>
              <a:t> </a:t>
            </a:r>
            <a:r>
              <a:rPr sz="1600" b="0" i="0" dirty="0" err="1">
                <a:solidFill>
                  <a:srgbClr val="464646"/>
                </a:solidFill>
                <a:latin typeface="Arial"/>
              </a:rPr>
              <a:t>ontológico</a:t>
            </a:r>
            <a:r>
              <a:rPr sz="1600" b="0" i="0" dirty="0">
                <a:solidFill>
                  <a:srgbClr val="464646"/>
                </a:solidFill>
                <a:latin typeface="Arial"/>
              </a:rPr>
              <a:t> y </a:t>
            </a:r>
            <a:r>
              <a:rPr sz="1600" b="0" i="0" dirty="0" err="1">
                <a:solidFill>
                  <a:srgbClr val="464646"/>
                </a:solidFill>
                <a:latin typeface="Arial"/>
              </a:rPr>
              <a:t>viabilidad</a:t>
            </a:r>
            <a:r>
              <a:rPr sz="1600" b="0" i="0" dirty="0">
                <a:solidFill>
                  <a:srgbClr val="464646"/>
                </a:solidFill>
                <a:latin typeface="Arial"/>
              </a:rPr>
              <a:t> </a:t>
            </a:r>
            <a:r>
              <a:rPr sz="1600" b="0" i="0" dirty="0" err="1">
                <a:solidFill>
                  <a:srgbClr val="464646"/>
                </a:solidFill>
                <a:latin typeface="Arial"/>
              </a:rPr>
              <a:t>práctica</a:t>
            </a:r>
            <a:r>
              <a:rPr sz="1600" b="0" i="0" dirty="0">
                <a:solidFill>
                  <a:srgbClr val="464646"/>
                </a:solidFill>
                <a:latin typeface="Arial"/>
              </a:rPr>
              <a:t>.</a:t>
            </a:r>
          </a:p>
        </p:txBody>
      </p:sp>
      <p:sp>
        <p:nvSpPr>
          <p:cNvPr id="7" name="crit_code_0"/>
          <p:cNvSpPr txBox="1"/>
          <p:nvPr/>
        </p:nvSpPr>
        <p:spPr>
          <a:xfrm>
            <a:off x="914400" y="2284060"/>
            <a:ext cx="411480" cy="295466"/>
          </a:xfrm>
          <a:prstGeom prst="rect">
            <a:avLst/>
          </a:prstGeom>
          <a:noFill/>
        </p:spPr>
        <p:txBody>
          <a:bodyPr wrap="square" lIns="18288" tIns="9144" rIns="18288" bIns="9144" anchor="t">
            <a:spAutoFit/>
          </a:bodyPr>
          <a:lstStyle/>
          <a:p>
            <a:pPr algn="l">
              <a:defRPr/>
            </a:pPr>
            <a:r>
              <a:rPr sz="1800" b="1" i="0">
                <a:solidFill>
                  <a:srgbClr val="4949EE"/>
                </a:solidFill>
                <a:latin typeface="Arial"/>
              </a:rPr>
              <a:t>C1</a:t>
            </a:r>
          </a:p>
        </p:txBody>
      </p:sp>
      <p:sp>
        <p:nvSpPr>
          <p:cNvPr id="8" name="crit_label_0"/>
          <p:cNvSpPr txBox="1"/>
          <p:nvPr/>
        </p:nvSpPr>
        <p:spPr>
          <a:xfrm>
            <a:off x="1463040" y="2238340"/>
            <a:ext cx="4160520" cy="295466"/>
          </a:xfrm>
          <a:prstGeom prst="rect">
            <a:avLst/>
          </a:prstGeom>
          <a:noFill/>
        </p:spPr>
        <p:txBody>
          <a:bodyPr wrap="square" lIns="18288" tIns="9144" rIns="18288" bIns="9144" anchor="t">
            <a:spAutoFit/>
          </a:bodyPr>
          <a:lstStyle/>
          <a:p>
            <a:pPr algn="l">
              <a:defRPr/>
            </a:pPr>
            <a:r>
              <a:rPr sz="1800" b="1" i="0">
                <a:solidFill>
                  <a:srgbClr val="232323"/>
                </a:solidFill>
                <a:latin typeface="Arial"/>
              </a:rPr>
              <a:t>Razonamiento ontológico</a:t>
            </a:r>
          </a:p>
        </p:txBody>
      </p:sp>
      <p:sp>
        <p:nvSpPr>
          <p:cNvPr id="9" name="bar_bg_0"/>
          <p:cNvSpPr/>
          <p:nvPr/>
        </p:nvSpPr>
        <p:spPr>
          <a:xfrm>
            <a:off x="5760720" y="2302348"/>
            <a:ext cx="4572000" cy="155448"/>
          </a:xfrm>
          <a:prstGeom prst="rect">
            <a:avLst/>
          </a:prstGeom>
          <a:solidFill>
            <a:srgbClr val="EE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10" name="bar_0"/>
          <p:cNvSpPr/>
          <p:nvPr/>
        </p:nvSpPr>
        <p:spPr>
          <a:xfrm>
            <a:off x="5760720" y="2302348"/>
            <a:ext cx="4572000" cy="155448"/>
          </a:xfrm>
          <a:prstGeom prst="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11" name="crit_pct_0"/>
          <p:cNvSpPr txBox="1"/>
          <p:nvPr/>
        </p:nvSpPr>
        <p:spPr>
          <a:xfrm>
            <a:off x="10607040" y="2238340"/>
            <a:ext cx="594360" cy="295466"/>
          </a:xfrm>
          <a:prstGeom prst="rect">
            <a:avLst/>
          </a:prstGeom>
          <a:noFill/>
        </p:spPr>
        <p:txBody>
          <a:bodyPr wrap="square" lIns="18288" tIns="9144" rIns="18288" bIns="9144" anchor="t">
            <a:spAutoFit/>
          </a:bodyPr>
          <a:lstStyle/>
          <a:p>
            <a:pPr algn="r">
              <a:defRPr/>
            </a:pPr>
            <a:r>
              <a:rPr sz="1800" b="1" i="0">
                <a:solidFill>
                  <a:srgbClr val="232323"/>
                </a:solidFill>
                <a:latin typeface="Arial"/>
              </a:rPr>
              <a:t>25%</a:t>
            </a:r>
          </a:p>
        </p:txBody>
      </p:sp>
      <p:sp>
        <p:nvSpPr>
          <p:cNvPr id="12" name="crit_code_1"/>
          <p:cNvSpPr txBox="1"/>
          <p:nvPr/>
        </p:nvSpPr>
        <p:spPr>
          <a:xfrm>
            <a:off x="914400" y="2850988"/>
            <a:ext cx="411480" cy="295466"/>
          </a:xfrm>
          <a:prstGeom prst="rect">
            <a:avLst/>
          </a:prstGeom>
          <a:noFill/>
        </p:spPr>
        <p:txBody>
          <a:bodyPr wrap="square" lIns="18288" tIns="9144" rIns="18288" bIns="9144" anchor="t">
            <a:spAutoFit/>
          </a:bodyPr>
          <a:lstStyle/>
          <a:p>
            <a:pPr algn="l">
              <a:defRPr/>
            </a:pPr>
            <a:r>
              <a:rPr sz="1800" b="1" i="0">
                <a:solidFill>
                  <a:srgbClr val="4949EE"/>
                </a:solidFill>
                <a:latin typeface="Arial"/>
              </a:rPr>
              <a:t>C2</a:t>
            </a:r>
          </a:p>
        </p:txBody>
      </p:sp>
      <p:sp>
        <p:nvSpPr>
          <p:cNvPr id="13" name="crit_label_1"/>
          <p:cNvSpPr txBox="1"/>
          <p:nvPr/>
        </p:nvSpPr>
        <p:spPr>
          <a:xfrm>
            <a:off x="1463040" y="2805268"/>
            <a:ext cx="4160520" cy="295466"/>
          </a:xfrm>
          <a:prstGeom prst="rect">
            <a:avLst/>
          </a:prstGeom>
          <a:noFill/>
        </p:spPr>
        <p:txBody>
          <a:bodyPr wrap="square" lIns="18288" tIns="9144" rIns="18288" bIns="9144" anchor="t">
            <a:spAutoFit/>
          </a:bodyPr>
          <a:lstStyle/>
          <a:p>
            <a:pPr algn="l">
              <a:defRPr/>
            </a:pPr>
            <a:r>
              <a:rPr sz="1800" b="1" i="0">
                <a:solidFill>
                  <a:srgbClr val="232323"/>
                </a:solidFill>
                <a:latin typeface="Arial"/>
              </a:rPr>
              <a:t>Generación de CQs</a:t>
            </a:r>
          </a:p>
        </p:txBody>
      </p:sp>
      <p:sp>
        <p:nvSpPr>
          <p:cNvPr id="14" name="bar_bg_1"/>
          <p:cNvSpPr/>
          <p:nvPr/>
        </p:nvSpPr>
        <p:spPr>
          <a:xfrm>
            <a:off x="5760720" y="2869276"/>
            <a:ext cx="4572000" cy="155448"/>
          </a:xfrm>
          <a:prstGeom prst="rect">
            <a:avLst/>
          </a:prstGeom>
          <a:solidFill>
            <a:srgbClr val="EE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15" name="bar_1"/>
          <p:cNvSpPr/>
          <p:nvPr/>
        </p:nvSpPr>
        <p:spPr>
          <a:xfrm>
            <a:off x="5760720" y="2869276"/>
            <a:ext cx="3657600" cy="155448"/>
          </a:xfrm>
          <a:prstGeom prst="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16" name="crit_pct_1"/>
          <p:cNvSpPr txBox="1"/>
          <p:nvPr/>
        </p:nvSpPr>
        <p:spPr>
          <a:xfrm>
            <a:off x="10607040" y="2805268"/>
            <a:ext cx="594360" cy="295466"/>
          </a:xfrm>
          <a:prstGeom prst="rect">
            <a:avLst/>
          </a:prstGeom>
          <a:noFill/>
        </p:spPr>
        <p:txBody>
          <a:bodyPr wrap="square" lIns="18288" tIns="9144" rIns="18288" bIns="9144" anchor="t">
            <a:spAutoFit/>
          </a:bodyPr>
          <a:lstStyle/>
          <a:p>
            <a:pPr algn="r">
              <a:defRPr/>
            </a:pPr>
            <a:r>
              <a:rPr sz="1800" b="1" i="0">
                <a:solidFill>
                  <a:srgbClr val="232323"/>
                </a:solidFill>
                <a:latin typeface="Arial"/>
              </a:rPr>
              <a:t>20%</a:t>
            </a:r>
          </a:p>
        </p:txBody>
      </p:sp>
      <p:sp>
        <p:nvSpPr>
          <p:cNvPr id="17" name="crit_code_2"/>
          <p:cNvSpPr txBox="1"/>
          <p:nvPr/>
        </p:nvSpPr>
        <p:spPr>
          <a:xfrm>
            <a:off x="914400" y="3417915"/>
            <a:ext cx="411480" cy="295466"/>
          </a:xfrm>
          <a:prstGeom prst="rect">
            <a:avLst/>
          </a:prstGeom>
          <a:noFill/>
        </p:spPr>
        <p:txBody>
          <a:bodyPr wrap="square" lIns="18288" tIns="9144" rIns="18288" bIns="9144" anchor="t">
            <a:spAutoFit/>
          </a:bodyPr>
          <a:lstStyle/>
          <a:p>
            <a:pPr algn="l">
              <a:defRPr/>
            </a:pPr>
            <a:r>
              <a:rPr sz="1800" b="1" i="0">
                <a:solidFill>
                  <a:srgbClr val="4949EE"/>
                </a:solidFill>
                <a:latin typeface="Arial"/>
              </a:rPr>
              <a:t>C3</a:t>
            </a:r>
          </a:p>
        </p:txBody>
      </p:sp>
      <p:sp>
        <p:nvSpPr>
          <p:cNvPr id="18" name="crit_label_2"/>
          <p:cNvSpPr txBox="1"/>
          <p:nvPr/>
        </p:nvSpPr>
        <p:spPr>
          <a:xfrm>
            <a:off x="1463040" y="3372196"/>
            <a:ext cx="4160520" cy="295466"/>
          </a:xfrm>
          <a:prstGeom prst="rect">
            <a:avLst/>
          </a:prstGeom>
          <a:noFill/>
        </p:spPr>
        <p:txBody>
          <a:bodyPr wrap="square" lIns="18288" tIns="9144" rIns="18288" bIns="9144" anchor="t">
            <a:spAutoFit/>
          </a:bodyPr>
          <a:lstStyle/>
          <a:p>
            <a:pPr algn="l">
              <a:defRPr/>
            </a:pPr>
            <a:r>
              <a:rPr sz="1800" b="1" i="0">
                <a:solidFill>
                  <a:srgbClr val="232323"/>
                </a:solidFill>
                <a:latin typeface="Arial"/>
              </a:rPr>
              <a:t>Disponibilidad / acceso</a:t>
            </a:r>
          </a:p>
        </p:txBody>
      </p:sp>
      <p:sp>
        <p:nvSpPr>
          <p:cNvPr id="19" name="bar_bg_2"/>
          <p:cNvSpPr/>
          <p:nvPr/>
        </p:nvSpPr>
        <p:spPr>
          <a:xfrm>
            <a:off x="5760720" y="3436203"/>
            <a:ext cx="4572000" cy="155448"/>
          </a:xfrm>
          <a:prstGeom prst="rect">
            <a:avLst/>
          </a:prstGeom>
          <a:solidFill>
            <a:srgbClr val="EE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20" name="bar_2"/>
          <p:cNvSpPr/>
          <p:nvPr/>
        </p:nvSpPr>
        <p:spPr>
          <a:xfrm>
            <a:off x="5760720" y="3436203"/>
            <a:ext cx="2743200" cy="155448"/>
          </a:xfrm>
          <a:prstGeom prst="rect">
            <a:avLst/>
          </a:prstGeom>
          <a:solidFill>
            <a:srgbClr val="808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21" name="crit_pct_2"/>
          <p:cNvSpPr txBox="1"/>
          <p:nvPr/>
        </p:nvSpPr>
        <p:spPr>
          <a:xfrm>
            <a:off x="10607040" y="3372196"/>
            <a:ext cx="594360" cy="295466"/>
          </a:xfrm>
          <a:prstGeom prst="rect">
            <a:avLst/>
          </a:prstGeom>
          <a:noFill/>
        </p:spPr>
        <p:txBody>
          <a:bodyPr wrap="square" lIns="18288" tIns="9144" rIns="18288" bIns="9144" anchor="t">
            <a:spAutoFit/>
          </a:bodyPr>
          <a:lstStyle/>
          <a:p>
            <a:pPr algn="r">
              <a:defRPr/>
            </a:pPr>
            <a:r>
              <a:rPr sz="1800" b="1" i="0">
                <a:solidFill>
                  <a:srgbClr val="232323"/>
                </a:solidFill>
                <a:latin typeface="Arial"/>
              </a:rPr>
              <a:t>15%</a:t>
            </a:r>
          </a:p>
        </p:txBody>
      </p:sp>
      <p:sp>
        <p:nvSpPr>
          <p:cNvPr id="22" name="crit_code_3"/>
          <p:cNvSpPr txBox="1"/>
          <p:nvPr/>
        </p:nvSpPr>
        <p:spPr>
          <a:xfrm>
            <a:off x="914400" y="3984844"/>
            <a:ext cx="411480" cy="295466"/>
          </a:xfrm>
          <a:prstGeom prst="rect">
            <a:avLst/>
          </a:prstGeom>
          <a:noFill/>
        </p:spPr>
        <p:txBody>
          <a:bodyPr wrap="square" lIns="18288" tIns="9144" rIns="18288" bIns="9144" anchor="t">
            <a:spAutoFit/>
          </a:bodyPr>
          <a:lstStyle/>
          <a:p>
            <a:pPr algn="l">
              <a:defRPr/>
            </a:pPr>
            <a:r>
              <a:rPr sz="1800" b="1" i="0">
                <a:solidFill>
                  <a:srgbClr val="4949EE"/>
                </a:solidFill>
                <a:latin typeface="Arial"/>
              </a:rPr>
              <a:t>C4</a:t>
            </a:r>
          </a:p>
        </p:txBody>
      </p:sp>
      <p:sp>
        <p:nvSpPr>
          <p:cNvPr id="23" name="crit_label_3"/>
          <p:cNvSpPr txBox="1"/>
          <p:nvPr/>
        </p:nvSpPr>
        <p:spPr>
          <a:xfrm>
            <a:off x="1463040" y="3939124"/>
            <a:ext cx="4160520" cy="295466"/>
          </a:xfrm>
          <a:prstGeom prst="rect">
            <a:avLst/>
          </a:prstGeom>
          <a:noFill/>
        </p:spPr>
        <p:txBody>
          <a:bodyPr wrap="square" lIns="18288" tIns="9144" rIns="18288" bIns="9144" anchor="t">
            <a:spAutoFit/>
          </a:bodyPr>
          <a:lstStyle/>
          <a:p>
            <a:pPr algn="l">
              <a:defRPr/>
            </a:pPr>
            <a:r>
              <a:rPr sz="1800" b="1" i="0">
                <a:solidFill>
                  <a:srgbClr val="232323"/>
                </a:solidFill>
                <a:latin typeface="Arial"/>
              </a:rPr>
              <a:t>Costo computacional</a:t>
            </a:r>
          </a:p>
        </p:txBody>
      </p:sp>
      <p:sp>
        <p:nvSpPr>
          <p:cNvPr id="24" name="bar_bg_3"/>
          <p:cNvSpPr/>
          <p:nvPr/>
        </p:nvSpPr>
        <p:spPr>
          <a:xfrm>
            <a:off x="5760720" y="4003132"/>
            <a:ext cx="4572000" cy="155448"/>
          </a:xfrm>
          <a:prstGeom prst="rect">
            <a:avLst/>
          </a:prstGeom>
          <a:solidFill>
            <a:srgbClr val="EE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25" name="bar_3"/>
          <p:cNvSpPr/>
          <p:nvPr/>
        </p:nvSpPr>
        <p:spPr>
          <a:xfrm>
            <a:off x="5760720" y="4003132"/>
            <a:ext cx="1828800" cy="155448"/>
          </a:xfrm>
          <a:prstGeom prst="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26" name="crit_pct_3"/>
          <p:cNvSpPr txBox="1"/>
          <p:nvPr/>
        </p:nvSpPr>
        <p:spPr>
          <a:xfrm>
            <a:off x="10607040" y="3939124"/>
            <a:ext cx="594360" cy="295466"/>
          </a:xfrm>
          <a:prstGeom prst="rect">
            <a:avLst/>
          </a:prstGeom>
          <a:noFill/>
        </p:spPr>
        <p:txBody>
          <a:bodyPr wrap="square" lIns="18288" tIns="9144" rIns="18288" bIns="9144" anchor="t">
            <a:spAutoFit/>
          </a:bodyPr>
          <a:lstStyle/>
          <a:p>
            <a:pPr algn="r">
              <a:defRPr/>
            </a:pPr>
            <a:r>
              <a:rPr sz="1800" b="1" i="0">
                <a:solidFill>
                  <a:srgbClr val="232323"/>
                </a:solidFill>
                <a:latin typeface="Arial"/>
              </a:rPr>
              <a:t>10%</a:t>
            </a:r>
          </a:p>
        </p:txBody>
      </p:sp>
      <p:sp>
        <p:nvSpPr>
          <p:cNvPr id="27" name="crit_code_4"/>
          <p:cNvSpPr txBox="1"/>
          <p:nvPr/>
        </p:nvSpPr>
        <p:spPr>
          <a:xfrm>
            <a:off x="914400" y="4551772"/>
            <a:ext cx="411480" cy="295466"/>
          </a:xfrm>
          <a:prstGeom prst="rect">
            <a:avLst/>
          </a:prstGeom>
          <a:noFill/>
        </p:spPr>
        <p:txBody>
          <a:bodyPr wrap="square" lIns="18288" tIns="9144" rIns="18288" bIns="9144" anchor="t">
            <a:spAutoFit/>
          </a:bodyPr>
          <a:lstStyle/>
          <a:p>
            <a:pPr algn="l">
              <a:defRPr/>
            </a:pPr>
            <a:r>
              <a:rPr sz="1800" b="1" i="0">
                <a:solidFill>
                  <a:srgbClr val="4949EE"/>
                </a:solidFill>
                <a:latin typeface="Arial"/>
              </a:rPr>
              <a:t>C5</a:t>
            </a:r>
          </a:p>
        </p:txBody>
      </p:sp>
      <p:sp>
        <p:nvSpPr>
          <p:cNvPr id="28" name="crit_label_4"/>
          <p:cNvSpPr txBox="1"/>
          <p:nvPr/>
        </p:nvSpPr>
        <p:spPr>
          <a:xfrm>
            <a:off x="1463040" y="4506052"/>
            <a:ext cx="4160520" cy="295466"/>
          </a:xfrm>
          <a:prstGeom prst="rect">
            <a:avLst/>
          </a:prstGeom>
          <a:noFill/>
        </p:spPr>
        <p:txBody>
          <a:bodyPr wrap="square" lIns="18288" tIns="9144" rIns="18288" bIns="9144" anchor="t">
            <a:spAutoFit/>
          </a:bodyPr>
          <a:lstStyle/>
          <a:p>
            <a:pPr algn="l">
              <a:defRPr/>
            </a:pPr>
            <a:r>
              <a:rPr sz="1800" b="1" i="0">
                <a:solidFill>
                  <a:srgbClr val="232323"/>
                </a:solidFill>
                <a:latin typeface="Arial"/>
              </a:rPr>
              <a:t>Respaldo en literatura</a:t>
            </a:r>
          </a:p>
        </p:txBody>
      </p:sp>
      <p:sp>
        <p:nvSpPr>
          <p:cNvPr id="29" name="bar_bg_4"/>
          <p:cNvSpPr/>
          <p:nvPr/>
        </p:nvSpPr>
        <p:spPr>
          <a:xfrm>
            <a:off x="5760720" y="4570060"/>
            <a:ext cx="4572000" cy="155448"/>
          </a:xfrm>
          <a:prstGeom prst="rect">
            <a:avLst/>
          </a:prstGeom>
          <a:solidFill>
            <a:srgbClr val="EE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30" name="bar_4"/>
          <p:cNvSpPr/>
          <p:nvPr/>
        </p:nvSpPr>
        <p:spPr>
          <a:xfrm>
            <a:off x="5760720" y="4570060"/>
            <a:ext cx="2743200" cy="155448"/>
          </a:xfrm>
          <a:prstGeom prst="rect">
            <a:avLst/>
          </a:prstGeom>
          <a:solidFill>
            <a:srgbClr val="808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31" name="crit_pct_4"/>
          <p:cNvSpPr txBox="1"/>
          <p:nvPr/>
        </p:nvSpPr>
        <p:spPr>
          <a:xfrm>
            <a:off x="10607040" y="4506052"/>
            <a:ext cx="594360" cy="295466"/>
          </a:xfrm>
          <a:prstGeom prst="rect">
            <a:avLst/>
          </a:prstGeom>
          <a:noFill/>
        </p:spPr>
        <p:txBody>
          <a:bodyPr wrap="square" lIns="18288" tIns="9144" rIns="18288" bIns="9144" anchor="t">
            <a:spAutoFit/>
          </a:bodyPr>
          <a:lstStyle/>
          <a:p>
            <a:pPr algn="r">
              <a:defRPr/>
            </a:pPr>
            <a:r>
              <a:rPr sz="1800" b="1" i="0">
                <a:solidFill>
                  <a:srgbClr val="232323"/>
                </a:solidFill>
                <a:latin typeface="Arial"/>
              </a:rPr>
              <a:t>15%</a:t>
            </a:r>
          </a:p>
        </p:txBody>
      </p:sp>
      <p:sp>
        <p:nvSpPr>
          <p:cNvPr id="32" name="crit_code_5"/>
          <p:cNvSpPr txBox="1"/>
          <p:nvPr/>
        </p:nvSpPr>
        <p:spPr>
          <a:xfrm>
            <a:off x="914400" y="5118700"/>
            <a:ext cx="411480" cy="295466"/>
          </a:xfrm>
          <a:prstGeom prst="rect">
            <a:avLst/>
          </a:prstGeom>
          <a:noFill/>
        </p:spPr>
        <p:txBody>
          <a:bodyPr wrap="square" lIns="18288" tIns="9144" rIns="18288" bIns="9144" anchor="t">
            <a:spAutoFit/>
          </a:bodyPr>
          <a:lstStyle/>
          <a:p>
            <a:pPr algn="l">
              <a:defRPr/>
            </a:pPr>
            <a:r>
              <a:rPr sz="1800" b="1" i="0">
                <a:solidFill>
                  <a:srgbClr val="4949EE"/>
                </a:solidFill>
                <a:latin typeface="Arial"/>
              </a:rPr>
              <a:t>C6</a:t>
            </a:r>
          </a:p>
        </p:txBody>
      </p:sp>
      <p:sp>
        <p:nvSpPr>
          <p:cNvPr id="33" name="crit_label_5"/>
          <p:cNvSpPr txBox="1"/>
          <p:nvPr/>
        </p:nvSpPr>
        <p:spPr>
          <a:xfrm>
            <a:off x="1463040" y="5072980"/>
            <a:ext cx="4160520" cy="295466"/>
          </a:xfrm>
          <a:prstGeom prst="rect">
            <a:avLst/>
          </a:prstGeom>
          <a:noFill/>
        </p:spPr>
        <p:txBody>
          <a:bodyPr wrap="square" lIns="18288" tIns="9144" rIns="18288" bIns="9144" anchor="t">
            <a:spAutoFit/>
          </a:bodyPr>
          <a:lstStyle/>
          <a:p>
            <a:pPr algn="l">
              <a:defRPr/>
            </a:pPr>
            <a:r>
              <a:rPr sz="1800" b="1" i="0">
                <a:solidFill>
                  <a:srgbClr val="232323"/>
                </a:solidFill>
                <a:latin typeface="Arial"/>
              </a:rPr>
              <a:t>Triangulación arquitectónica</a:t>
            </a:r>
          </a:p>
        </p:txBody>
      </p:sp>
      <p:sp>
        <p:nvSpPr>
          <p:cNvPr id="34" name="bar_bg_5"/>
          <p:cNvSpPr/>
          <p:nvPr/>
        </p:nvSpPr>
        <p:spPr>
          <a:xfrm>
            <a:off x="5760720" y="5136988"/>
            <a:ext cx="4572000" cy="155448"/>
          </a:xfrm>
          <a:prstGeom prst="rect">
            <a:avLst/>
          </a:prstGeom>
          <a:solidFill>
            <a:srgbClr val="EE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35" name="bar_5"/>
          <p:cNvSpPr/>
          <p:nvPr/>
        </p:nvSpPr>
        <p:spPr>
          <a:xfrm>
            <a:off x="5760720" y="5136988"/>
            <a:ext cx="1828800" cy="155448"/>
          </a:xfrm>
          <a:prstGeom prst="rect">
            <a:avLst/>
          </a:prstGeom>
          <a:solidFill>
            <a:srgbClr val="808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36" name="crit_pct_5"/>
          <p:cNvSpPr txBox="1"/>
          <p:nvPr/>
        </p:nvSpPr>
        <p:spPr>
          <a:xfrm>
            <a:off x="10607040" y="5072980"/>
            <a:ext cx="594360" cy="295466"/>
          </a:xfrm>
          <a:prstGeom prst="rect">
            <a:avLst/>
          </a:prstGeom>
          <a:noFill/>
        </p:spPr>
        <p:txBody>
          <a:bodyPr wrap="square" lIns="18288" tIns="9144" rIns="18288" bIns="9144" anchor="t">
            <a:spAutoFit/>
          </a:bodyPr>
          <a:lstStyle/>
          <a:p>
            <a:pPr algn="r">
              <a:defRPr/>
            </a:pPr>
            <a:r>
              <a:rPr sz="1800" b="1" i="0">
                <a:solidFill>
                  <a:srgbClr val="232323"/>
                </a:solidFill>
                <a:latin typeface="Arial"/>
              </a:rPr>
              <a:t>10%</a:t>
            </a:r>
          </a:p>
        </p:txBody>
      </p:sp>
      <p:sp>
        <p:nvSpPr>
          <p:cNvPr id="37" name="crit_code_6"/>
          <p:cNvSpPr txBox="1"/>
          <p:nvPr/>
        </p:nvSpPr>
        <p:spPr>
          <a:xfrm>
            <a:off x="914400" y="5685628"/>
            <a:ext cx="411480" cy="295466"/>
          </a:xfrm>
          <a:prstGeom prst="rect">
            <a:avLst/>
          </a:prstGeom>
          <a:noFill/>
        </p:spPr>
        <p:txBody>
          <a:bodyPr wrap="square" lIns="18288" tIns="9144" rIns="18288" bIns="9144" anchor="t">
            <a:spAutoFit/>
          </a:bodyPr>
          <a:lstStyle/>
          <a:p>
            <a:pPr algn="l">
              <a:defRPr/>
            </a:pPr>
            <a:r>
              <a:rPr sz="1800" b="1" i="0">
                <a:solidFill>
                  <a:srgbClr val="4949EE"/>
                </a:solidFill>
                <a:latin typeface="Arial"/>
              </a:rPr>
              <a:t>C7</a:t>
            </a:r>
          </a:p>
        </p:txBody>
      </p:sp>
      <p:sp>
        <p:nvSpPr>
          <p:cNvPr id="38" name="crit_label_6"/>
          <p:cNvSpPr txBox="1"/>
          <p:nvPr/>
        </p:nvSpPr>
        <p:spPr>
          <a:xfrm>
            <a:off x="1463040" y="5639908"/>
            <a:ext cx="4160520" cy="295466"/>
          </a:xfrm>
          <a:prstGeom prst="rect">
            <a:avLst/>
          </a:prstGeom>
          <a:noFill/>
        </p:spPr>
        <p:txBody>
          <a:bodyPr wrap="square" lIns="18288" tIns="9144" rIns="18288" bIns="9144" anchor="t">
            <a:spAutoFit/>
          </a:bodyPr>
          <a:lstStyle/>
          <a:p>
            <a:pPr algn="l">
              <a:defRPr/>
            </a:pPr>
            <a:r>
              <a:rPr sz="1800" b="1" i="0">
                <a:solidFill>
                  <a:srgbClr val="232323"/>
                </a:solidFill>
                <a:latin typeface="Arial"/>
              </a:rPr>
              <a:t>Prompt controlado</a:t>
            </a:r>
          </a:p>
        </p:txBody>
      </p:sp>
      <p:sp>
        <p:nvSpPr>
          <p:cNvPr id="39" name="bar_bg_6"/>
          <p:cNvSpPr/>
          <p:nvPr/>
        </p:nvSpPr>
        <p:spPr>
          <a:xfrm>
            <a:off x="5760720" y="5703916"/>
            <a:ext cx="4572000" cy="155448"/>
          </a:xfrm>
          <a:prstGeom prst="rect">
            <a:avLst/>
          </a:prstGeom>
          <a:solidFill>
            <a:srgbClr val="EEEE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40" name="bar_6"/>
          <p:cNvSpPr/>
          <p:nvPr/>
        </p:nvSpPr>
        <p:spPr>
          <a:xfrm>
            <a:off x="5760720" y="5703916"/>
            <a:ext cx="914400" cy="155448"/>
          </a:xfrm>
          <a:prstGeom prst="rect">
            <a:avLst/>
          </a:prstGeom>
          <a:solidFill>
            <a:srgbClr val="8080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800"/>
          </a:p>
        </p:txBody>
      </p:sp>
      <p:sp>
        <p:nvSpPr>
          <p:cNvPr id="41" name="crit_pct_6"/>
          <p:cNvSpPr txBox="1"/>
          <p:nvPr/>
        </p:nvSpPr>
        <p:spPr>
          <a:xfrm>
            <a:off x="10607040" y="5639908"/>
            <a:ext cx="594360" cy="295466"/>
          </a:xfrm>
          <a:prstGeom prst="rect">
            <a:avLst/>
          </a:prstGeom>
          <a:noFill/>
        </p:spPr>
        <p:txBody>
          <a:bodyPr wrap="square" lIns="18288" tIns="9144" rIns="18288" bIns="9144" anchor="t">
            <a:spAutoFit/>
          </a:bodyPr>
          <a:lstStyle/>
          <a:p>
            <a:pPr algn="r">
              <a:defRPr/>
            </a:pPr>
            <a:r>
              <a:rPr sz="1800" b="1" i="0">
                <a:solidFill>
                  <a:srgbClr val="232323"/>
                </a:solidFill>
                <a:latin typeface="Arial"/>
              </a:rPr>
              <a:t>5%</a:t>
            </a:r>
          </a:p>
        </p:txBody>
      </p:sp>
      <p:sp>
        <p:nvSpPr>
          <p:cNvPr id="42"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Nota: </a:t>
            </a:r>
            <a:r>
              <a:rPr sz="1100" b="0" i="0" dirty="0" err="1">
                <a:solidFill>
                  <a:srgbClr val="464646"/>
                </a:solidFill>
                <a:latin typeface="Arial"/>
                <a:hlinkClick r:id="rId3"/>
              </a:rPr>
              <a:t>criterios</a:t>
            </a:r>
            <a:r>
              <a:rPr sz="1100" b="0" i="0" dirty="0">
                <a:solidFill>
                  <a:srgbClr val="464646"/>
                </a:solidFill>
                <a:latin typeface="Arial"/>
                <a:hlinkClick r:id="rId3"/>
              </a:rPr>
              <a:t> y pesos </a:t>
            </a:r>
            <a:r>
              <a:rPr sz="1100" b="0" i="0" dirty="0" err="1">
                <a:solidFill>
                  <a:srgbClr val="464646"/>
                </a:solidFill>
                <a:latin typeface="Arial"/>
                <a:hlinkClick r:id="rId3"/>
              </a:rPr>
              <a:t>definidos</a:t>
            </a:r>
            <a:r>
              <a:rPr sz="1100" b="0" i="0" dirty="0">
                <a:solidFill>
                  <a:srgbClr val="464646"/>
                </a:solidFill>
                <a:latin typeface="Arial"/>
                <a:hlinkClick r:id="rId3"/>
              </a:rPr>
              <a:t> </a:t>
            </a:r>
            <a:r>
              <a:rPr sz="1100" b="0" i="0" dirty="0" err="1">
                <a:solidFill>
                  <a:srgbClr val="464646"/>
                </a:solidFill>
                <a:latin typeface="Arial"/>
                <a:hlinkClick r:id="rId3"/>
              </a:rPr>
              <a:t>en</a:t>
            </a:r>
            <a:r>
              <a:rPr sz="1100" b="0" i="0" dirty="0">
                <a:solidFill>
                  <a:srgbClr val="464646"/>
                </a:solidFill>
                <a:latin typeface="Arial"/>
                <a:hlinkClick r:id="rId3"/>
              </a:rPr>
              <a:t> la </a:t>
            </a:r>
            <a:r>
              <a:rPr sz="1100" b="0" i="0" dirty="0" err="1">
                <a:solidFill>
                  <a:srgbClr val="464646"/>
                </a:solidFill>
                <a:latin typeface="Arial"/>
                <a:hlinkClick r:id="rId3"/>
              </a:rPr>
              <a:t>presentación</a:t>
            </a:r>
            <a:r>
              <a:rPr sz="1100" b="0" i="0" dirty="0">
                <a:solidFill>
                  <a:srgbClr val="464646"/>
                </a:solidFill>
                <a:latin typeface="Arial"/>
                <a:hlinkClick r:id="rId3"/>
              </a:rPr>
              <a:t> de </a:t>
            </a:r>
            <a:r>
              <a:rPr sz="1100" b="0" i="0" dirty="0" err="1">
                <a:solidFill>
                  <a:srgbClr val="464646"/>
                </a:solidFill>
                <a:latin typeface="Arial"/>
                <a:hlinkClick r:id="rId3"/>
              </a:rPr>
              <a:t>avance</a:t>
            </a:r>
            <a:r>
              <a:rPr sz="1100" b="0" i="0" dirty="0">
                <a:solidFill>
                  <a:srgbClr val="464646"/>
                </a:solidFill>
                <a:latin typeface="Arial"/>
                <a:hlinkClick r:id="rId3"/>
              </a:rPr>
              <a:t>; </a:t>
            </a:r>
            <a:r>
              <a:rPr sz="1100" b="0" i="0" dirty="0" err="1">
                <a:solidFill>
                  <a:srgbClr val="464646"/>
                </a:solidFill>
                <a:latin typeface="Arial"/>
                <a:hlinkClick r:id="rId3"/>
              </a:rPr>
              <a:t>deben</a:t>
            </a:r>
            <a:r>
              <a:rPr sz="1100" b="0" i="0" dirty="0">
                <a:solidFill>
                  <a:srgbClr val="464646"/>
                </a:solidFill>
                <a:latin typeface="Arial"/>
                <a:hlinkClick r:id="rId3"/>
              </a:rPr>
              <a:t> </a:t>
            </a:r>
            <a:r>
              <a:rPr sz="1100" b="0" i="0" dirty="0" err="1">
                <a:solidFill>
                  <a:srgbClr val="464646"/>
                </a:solidFill>
                <a:latin typeface="Arial"/>
                <a:hlinkClick r:id="rId3"/>
              </a:rPr>
              <a:t>mantenerse</a:t>
            </a:r>
            <a:r>
              <a:rPr sz="1100" b="0" i="0" dirty="0">
                <a:solidFill>
                  <a:srgbClr val="464646"/>
                </a:solidFill>
                <a:latin typeface="Arial"/>
                <a:hlinkClick r:id="rId3"/>
              </a:rPr>
              <a:t> </a:t>
            </a:r>
            <a:r>
              <a:rPr sz="1100" b="0" i="0" dirty="0" err="1">
                <a:solidFill>
                  <a:srgbClr val="464646"/>
                </a:solidFill>
                <a:latin typeface="Arial"/>
                <a:hlinkClick r:id="rId3"/>
              </a:rPr>
              <a:t>como</a:t>
            </a:r>
            <a:r>
              <a:rPr sz="1100" b="0" i="0" dirty="0">
                <a:solidFill>
                  <a:srgbClr val="464646"/>
                </a:solidFill>
                <a:latin typeface="Arial"/>
                <a:hlinkClick r:id="rId3"/>
              </a:rPr>
              <a:t> </a:t>
            </a:r>
            <a:r>
              <a:rPr sz="1100" b="0" i="0" dirty="0" err="1">
                <a:solidFill>
                  <a:srgbClr val="464646"/>
                </a:solidFill>
                <a:latin typeface="Arial"/>
                <a:hlinkClick r:id="rId3"/>
              </a:rPr>
              <a:t>evaluación</a:t>
            </a:r>
            <a:r>
              <a:rPr sz="1100" b="0" i="0" dirty="0">
                <a:solidFill>
                  <a:srgbClr val="464646"/>
                </a:solidFill>
                <a:latin typeface="Arial"/>
                <a:hlinkClick r:id="rId3"/>
              </a:rPr>
              <a:t> </a:t>
            </a:r>
            <a:r>
              <a:rPr sz="1100" b="0" i="0" dirty="0" err="1">
                <a:solidFill>
                  <a:srgbClr val="464646"/>
                </a:solidFill>
                <a:latin typeface="Arial"/>
                <a:hlinkClick r:id="rId3"/>
              </a:rPr>
              <a:t>preliminar</a:t>
            </a:r>
            <a:r>
              <a:rPr sz="1100" b="0" i="0" dirty="0">
                <a:solidFill>
                  <a:srgbClr val="464646"/>
                </a:solidFill>
                <a:latin typeface="Arial"/>
                <a:hlinkClick r:id="rId3"/>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1188719" y="956703"/>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Modelos</a:t>
            </a:r>
            <a:r>
              <a:rPr b="0" i="0" dirty="0">
                <a:solidFill>
                  <a:srgbClr val="4949EE"/>
                </a:solidFill>
                <a:latin typeface="Arial"/>
              </a:rPr>
              <a:t> </a:t>
            </a:r>
            <a:r>
              <a:rPr b="0" i="0" dirty="0" err="1">
                <a:solidFill>
                  <a:srgbClr val="4949EE"/>
                </a:solidFill>
                <a:latin typeface="Arial"/>
              </a:rPr>
              <a:t>seleccionados</a:t>
            </a:r>
            <a:r>
              <a:rPr b="0" i="0" dirty="0">
                <a:solidFill>
                  <a:srgbClr val="4949EE"/>
                </a:solidFill>
                <a:latin typeface="Arial"/>
              </a:rPr>
              <a:t> y </a:t>
            </a:r>
            <a:r>
              <a:rPr b="0" i="0" dirty="0" err="1">
                <a:solidFill>
                  <a:srgbClr val="4949EE"/>
                </a:solidFill>
                <a:latin typeface="Arial"/>
              </a:rPr>
              <a:t>función</a:t>
            </a:r>
            <a:endParaRPr b="0" i="0" dirty="0">
              <a:solidFill>
                <a:srgbClr val="4949EE"/>
              </a:solidFill>
              <a:latin typeface="Arial"/>
            </a:endParaRPr>
          </a:p>
        </p:txBody>
      </p:sp>
      <p:sp>
        <p:nvSpPr>
          <p:cNvPr id="6" name="models_intro"/>
          <p:cNvSpPr txBox="1"/>
          <p:nvPr/>
        </p:nvSpPr>
        <p:spPr>
          <a:xfrm>
            <a:off x="868680" y="1663053"/>
            <a:ext cx="10332720" cy="274320"/>
          </a:xfrm>
          <a:prstGeom prst="rect">
            <a:avLst/>
          </a:prstGeom>
          <a:noFill/>
        </p:spPr>
        <p:txBody>
          <a:bodyPr wrap="square" lIns="18288" tIns="9144" rIns="18288" bIns="9144" anchor="t">
            <a:spAutoFit/>
          </a:bodyPr>
          <a:lstStyle/>
          <a:p>
            <a:pPr algn="l">
              <a:defRPr/>
            </a:pPr>
            <a:r>
              <a:rPr sz="1600" b="0" i="0" dirty="0">
                <a:solidFill>
                  <a:srgbClr val="464646"/>
                </a:solidFill>
                <a:latin typeface="Arial"/>
              </a:rPr>
              <a:t>La </a:t>
            </a:r>
            <a:r>
              <a:rPr sz="1600" b="0" i="0" dirty="0" err="1">
                <a:solidFill>
                  <a:srgbClr val="464646"/>
                </a:solidFill>
                <a:latin typeface="Arial"/>
              </a:rPr>
              <a:t>combinación</a:t>
            </a:r>
            <a:r>
              <a:rPr sz="1600" b="0" i="0" dirty="0">
                <a:solidFill>
                  <a:srgbClr val="464646"/>
                </a:solidFill>
                <a:latin typeface="Arial"/>
              </a:rPr>
              <a:t> </a:t>
            </a:r>
            <a:r>
              <a:rPr sz="1600" b="0" i="0" dirty="0" err="1">
                <a:solidFill>
                  <a:srgbClr val="464646"/>
                </a:solidFill>
                <a:latin typeface="Arial"/>
              </a:rPr>
              <a:t>permite</a:t>
            </a:r>
            <a:r>
              <a:rPr sz="1600" b="0" i="0" dirty="0">
                <a:solidFill>
                  <a:srgbClr val="464646"/>
                </a:solidFill>
                <a:latin typeface="Arial"/>
              </a:rPr>
              <a:t> </a:t>
            </a:r>
            <a:r>
              <a:rPr sz="1600" b="0" i="0" dirty="0" err="1">
                <a:solidFill>
                  <a:srgbClr val="464646"/>
                </a:solidFill>
                <a:latin typeface="Arial"/>
              </a:rPr>
              <a:t>comparar</a:t>
            </a:r>
            <a:r>
              <a:rPr sz="1600" b="0" i="0" dirty="0">
                <a:solidFill>
                  <a:srgbClr val="464646"/>
                </a:solidFill>
                <a:latin typeface="Arial"/>
              </a:rPr>
              <a:t> </a:t>
            </a:r>
            <a:r>
              <a:rPr sz="1600" b="0" i="0" dirty="0" err="1">
                <a:solidFill>
                  <a:srgbClr val="464646"/>
                </a:solidFill>
                <a:latin typeface="Arial"/>
              </a:rPr>
              <a:t>rendimiento</a:t>
            </a:r>
            <a:r>
              <a:rPr sz="1600" b="0" i="0" dirty="0">
                <a:solidFill>
                  <a:srgbClr val="464646"/>
                </a:solidFill>
                <a:latin typeface="Arial"/>
              </a:rPr>
              <a:t>, </a:t>
            </a:r>
            <a:r>
              <a:rPr sz="1600" b="0" i="0" dirty="0" err="1">
                <a:solidFill>
                  <a:srgbClr val="464646"/>
                </a:solidFill>
                <a:latin typeface="Arial"/>
              </a:rPr>
              <a:t>apertura</a:t>
            </a:r>
            <a:r>
              <a:rPr sz="1600" b="0" i="0" dirty="0">
                <a:solidFill>
                  <a:srgbClr val="464646"/>
                </a:solidFill>
                <a:latin typeface="Arial"/>
              </a:rPr>
              <a:t> y </a:t>
            </a:r>
            <a:r>
              <a:rPr sz="1600" b="0" i="0" dirty="0" err="1">
                <a:solidFill>
                  <a:srgbClr val="464646"/>
                </a:solidFill>
                <a:latin typeface="Arial"/>
              </a:rPr>
              <a:t>comportamiento</a:t>
            </a:r>
            <a:r>
              <a:rPr sz="1600" b="0" i="0" dirty="0">
                <a:solidFill>
                  <a:srgbClr val="464646"/>
                </a:solidFill>
                <a:latin typeface="Arial"/>
              </a:rPr>
              <a:t> de </a:t>
            </a:r>
            <a:r>
              <a:rPr sz="1600" b="0" i="0" dirty="0" err="1">
                <a:solidFill>
                  <a:srgbClr val="464646"/>
                </a:solidFill>
                <a:latin typeface="Arial"/>
              </a:rPr>
              <a:t>arquitecturas</a:t>
            </a:r>
            <a:r>
              <a:rPr sz="1600" b="0" i="0" dirty="0">
                <a:solidFill>
                  <a:srgbClr val="464646"/>
                </a:solidFill>
                <a:latin typeface="Arial"/>
              </a:rPr>
              <a:t> </a:t>
            </a:r>
            <a:r>
              <a:rPr sz="1600" b="0" i="0" dirty="0" err="1">
                <a:solidFill>
                  <a:srgbClr val="464646"/>
                </a:solidFill>
                <a:latin typeface="Arial"/>
              </a:rPr>
              <a:t>diferentes</a:t>
            </a:r>
            <a:r>
              <a:rPr sz="1600" b="0" i="0" dirty="0">
                <a:solidFill>
                  <a:srgbClr val="464646"/>
                </a:solidFill>
                <a:latin typeface="Arial"/>
              </a:rPr>
              <a:t>.</a:t>
            </a:r>
          </a:p>
        </p:txBody>
      </p:sp>
      <p:sp>
        <p:nvSpPr>
          <p:cNvPr id="7" name="model_GPT-4o"/>
          <p:cNvSpPr/>
          <p:nvPr/>
        </p:nvSpPr>
        <p:spPr>
          <a:xfrm>
            <a:off x="868680" y="2185416"/>
            <a:ext cx="2926080" cy="2834640"/>
          </a:xfrm>
          <a:prstGeom prst="roundRect">
            <a:avLst/>
          </a:prstGeom>
          <a:solidFill>
            <a:srgbClr val="FFFFFF"/>
          </a:solidFill>
          <a:ln w="1778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9" name="model_name_1"/>
          <p:cNvSpPr txBox="1"/>
          <p:nvPr/>
        </p:nvSpPr>
        <p:spPr>
          <a:xfrm>
            <a:off x="1645919" y="2514600"/>
            <a:ext cx="1920240" cy="295466"/>
          </a:xfrm>
          <a:prstGeom prst="rect">
            <a:avLst/>
          </a:prstGeom>
          <a:noFill/>
        </p:spPr>
        <p:txBody>
          <a:bodyPr wrap="square" lIns="18288" tIns="9144" rIns="18288" bIns="9144" anchor="t">
            <a:spAutoFit/>
          </a:bodyPr>
          <a:lstStyle/>
          <a:p>
            <a:pPr algn="l">
              <a:defRPr/>
            </a:pPr>
            <a:r>
              <a:rPr sz="1800" b="1" i="0" dirty="0">
                <a:solidFill>
                  <a:srgbClr val="232323"/>
                </a:solidFill>
                <a:latin typeface="Arial"/>
              </a:rPr>
              <a:t>GPT-4o</a:t>
            </a:r>
          </a:p>
        </p:txBody>
      </p:sp>
      <p:sp>
        <p:nvSpPr>
          <p:cNvPr id="10" name="model_role_1"/>
          <p:cNvSpPr txBox="1"/>
          <p:nvPr/>
        </p:nvSpPr>
        <p:spPr>
          <a:xfrm>
            <a:off x="1188719" y="3154680"/>
            <a:ext cx="2331720" cy="264688"/>
          </a:xfrm>
          <a:prstGeom prst="rect">
            <a:avLst/>
          </a:prstGeom>
          <a:noFill/>
        </p:spPr>
        <p:txBody>
          <a:bodyPr wrap="square" lIns="18288" tIns="9144" rIns="18288" bIns="9144" anchor="t">
            <a:spAutoFit/>
          </a:bodyPr>
          <a:lstStyle/>
          <a:p>
            <a:pPr algn="l">
              <a:defRPr/>
            </a:pPr>
            <a:r>
              <a:rPr sz="1600" b="1" i="0">
                <a:solidFill>
                  <a:srgbClr val="4949EE"/>
                </a:solidFill>
                <a:latin typeface="Arial"/>
              </a:rPr>
              <a:t>Modelo de referencia</a:t>
            </a:r>
          </a:p>
        </p:txBody>
      </p:sp>
      <p:sp>
        <p:nvSpPr>
          <p:cNvPr id="11" name="model_body_1"/>
          <p:cNvSpPr txBox="1"/>
          <p:nvPr/>
        </p:nvSpPr>
        <p:spPr>
          <a:xfrm>
            <a:off x="1188719" y="3483864"/>
            <a:ext cx="2331720" cy="757130"/>
          </a:xfrm>
          <a:prstGeom prst="rect">
            <a:avLst/>
          </a:prstGeom>
          <a:noFill/>
        </p:spPr>
        <p:txBody>
          <a:bodyPr wrap="square" lIns="18288" tIns="9144" rIns="18288" bIns="9144" anchor="t">
            <a:spAutoFit/>
          </a:bodyPr>
          <a:lstStyle/>
          <a:p>
            <a:pPr algn="l">
              <a:defRPr/>
            </a:pPr>
            <a:r>
              <a:rPr sz="1600" b="0" i="0" dirty="0">
                <a:solidFill>
                  <a:srgbClr val="464646"/>
                </a:solidFill>
                <a:latin typeface="Arial"/>
              </a:rPr>
              <a:t>Alto </a:t>
            </a:r>
            <a:r>
              <a:rPr sz="1600" b="0" i="0" dirty="0" err="1">
                <a:solidFill>
                  <a:srgbClr val="464646"/>
                </a:solidFill>
                <a:latin typeface="Arial"/>
              </a:rPr>
              <a:t>rendimiento</a:t>
            </a:r>
            <a:r>
              <a:rPr sz="1600" b="0" i="0" dirty="0">
                <a:solidFill>
                  <a:srgbClr val="464646"/>
                </a:solidFill>
                <a:latin typeface="Arial"/>
              </a:rPr>
              <a:t> para </a:t>
            </a:r>
            <a:r>
              <a:rPr sz="1600" b="0" i="0" dirty="0" err="1">
                <a:solidFill>
                  <a:srgbClr val="464646"/>
                </a:solidFill>
                <a:latin typeface="Arial"/>
              </a:rPr>
              <a:t>planificación</a:t>
            </a:r>
            <a:r>
              <a:rPr sz="1600" b="0" i="0" dirty="0">
                <a:solidFill>
                  <a:srgbClr val="464646"/>
                </a:solidFill>
                <a:latin typeface="Arial"/>
              </a:rPr>
              <a:t> y </a:t>
            </a:r>
            <a:r>
              <a:rPr sz="1600" b="0" i="0" dirty="0" err="1">
                <a:solidFill>
                  <a:srgbClr val="464646"/>
                </a:solidFill>
                <a:latin typeface="Arial"/>
              </a:rPr>
              <a:t>extracción</a:t>
            </a:r>
            <a:r>
              <a:rPr sz="1600" b="0" i="0" dirty="0">
                <a:solidFill>
                  <a:srgbClr val="464646"/>
                </a:solidFill>
                <a:latin typeface="Arial"/>
              </a:rPr>
              <a:t> </a:t>
            </a:r>
            <a:r>
              <a:rPr sz="1600" b="0" i="0" dirty="0" err="1">
                <a:solidFill>
                  <a:srgbClr val="464646"/>
                </a:solidFill>
                <a:latin typeface="Arial"/>
              </a:rPr>
              <a:t>condicionada</a:t>
            </a:r>
            <a:r>
              <a:rPr sz="1600" b="0" i="0" dirty="0">
                <a:solidFill>
                  <a:srgbClr val="464646"/>
                </a:solidFill>
                <a:latin typeface="Arial"/>
              </a:rPr>
              <a:t>.</a:t>
            </a:r>
          </a:p>
        </p:txBody>
      </p:sp>
      <p:sp>
        <p:nvSpPr>
          <p:cNvPr id="12" name="model_LLaMA-3"/>
          <p:cNvSpPr/>
          <p:nvPr/>
        </p:nvSpPr>
        <p:spPr>
          <a:xfrm>
            <a:off x="4434840" y="2185416"/>
            <a:ext cx="2926080" cy="2834640"/>
          </a:xfrm>
          <a:prstGeom prst="roundRect">
            <a:avLst/>
          </a:prstGeom>
          <a:solidFill>
            <a:srgbClr val="FFFFFF"/>
          </a:solidFill>
          <a:ln w="1778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4" name="model_name_2"/>
          <p:cNvSpPr txBox="1"/>
          <p:nvPr/>
        </p:nvSpPr>
        <p:spPr>
          <a:xfrm>
            <a:off x="5212079" y="2514600"/>
            <a:ext cx="1920240" cy="295466"/>
          </a:xfrm>
          <a:prstGeom prst="rect">
            <a:avLst/>
          </a:prstGeom>
          <a:noFill/>
        </p:spPr>
        <p:txBody>
          <a:bodyPr wrap="square" lIns="18288" tIns="9144" rIns="18288" bIns="9144" anchor="t">
            <a:spAutoFit/>
          </a:bodyPr>
          <a:lstStyle/>
          <a:p>
            <a:pPr algn="l">
              <a:defRPr/>
            </a:pPr>
            <a:r>
              <a:rPr sz="1800" b="1" i="0" dirty="0">
                <a:solidFill>
                  <a:srgbClr val="232323"/>
                </a:solidFill>
                <a:latin typeface="Arial"/>
              </a:rPr>
              <a:t>LLaMA-3</a:t>
            </a:r>
          </a:p>
        </p:txBody>
      </p:sp>
      <p:sp>
        <p:nvSpPr>
          <p:cNvPr id="15" name="model_role_2"/>
          <p:cNvSpPr txBox="1"/>
          <p:nvPr/>
        </p:nvSpPr>
        <p:spPr>
          <a:xfrm>
            <a:off x="4754879" y="3154680"/>
            <a:ext cx="2331720" cy="264688"/>
          </a:xfrm>
          <a:prstGeom prst="rect">
            <a:avLst/>
          </a:prstGeom>
          <a:noFill/>
        </p:spPr>
        <p:txBody>
          <a:bodyPr wrap="square" lIns="18288" tIns="9144" rIns="18288" bIns="9144" anchor="t">
            <a:spAutoFit/>
          </a:bodyPr>
          <a:lstStyle/>
          <a:p>
            <a:pPr algn="l">
              <a:defRPr/>
            </a:pPr>
            <a:r>
              <a:rPr sz="1600" b="1" i="0">
                <a:solidFill>
                  <a:srgbClr val="52BD5B"/>
                </a:solidFill>
                <a:latin typeface="Arial"/>
              </a:rPr>
              <a:t>Modelo open-source</a:t>
            </a:r>
          </a:p>
        </p:txBody>
      </p:sp>
      <p:sp>
        <p:nvSpPr>
          <p:cNvPr id="16" name="model_body_2"/>
          <p:cNvSpPr txBox="1"/>
          <p:nvPr/>
        </p:nvSpPr>
        <p:spPr>
          <a:xfrm>
            <a:off x="4754879" y="3483864"/>
            <a:ext cx="2331720" cy="757130"/>
          </a:xfrm>
          <a:prstGeom prst="rect">
            <a:avLst/>
          </a:prstGeom>
          <a:noFill/>
        </p:spPr>
        <p:txBody>
          <a:bodyPr wrap="square" lIns="18288" tIns="9144" rIns="18288" bIns="9144" anchor="t">
            <a:spAutoFit/>
          </a:bodyPr>
          <a:lstStyle/>
          <a:p>
            <a:pPr algn="l">
              <a:defRPr/>
            </a:pPr>
            <a:r>
              <a:rPr sz="1600" b="0" i="0">
                <a:solidFill>
                  <a:srgbClr val="464646"/>
                </a:solidFill>
                <a:latin typeface="Arial"/>
              </a:rPr>
              <a:t>Ajustable y viable para múltiples iteraciones académicas.</a:t>
            </a:r>
          </a:p>
        </p:txBody>
      </p:sp>
      <p:sp>
        <p:nvSpPr>
          <p:cNvPr id="17" name="model_Claude Sonnet"/>
          <p:cNvSpPr/>
          <p:nvPr/>
        </p:nvSpPr>
        <p:spPr>
          <a:xfrm>
            <a:off x="8001000" y="2185416"/>
            <a:ext cx="2926080" cy="2834640"/>
          </a:xfrm>
          <a:prstGeom prst="roundRect">
            <a:avLst/>
          </a:prstGeom>
          <a:solidFill>
            <a:srgbClr val="FFFFFF"/>
          </a:solidFill>
          <a:ln w="1778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9" name="model_name_3"/>
          <p:cNvSpPr txBox="1"/>
          <p:nvPr/>
        </p:nvSpPr>
        <p:spPr>
          <a:xfrm>
            <a:off x="8778240" y="2514600"/>
            <a:ext cx="1920240" cy="295466"/>
          </a:xfrm>
          <a:prstGeom prst="rect">
            <a:avLst/>
          </a:prstGeom>
          <a:noFill/>
        </p:spPr>
        <p:txBody>
          <a:bodyPr wrap="square" lIns="18288" tIns="9144" rIns="18288" bIns="9144" anchor="t">
            <a:spAutoFit/>
          </a:bodyPr>
          <a:lstStyle/>
          <a:p>
            <a:pPr algn="l">
              <a:defRPr/>
            </a:pPr>
            <a:r>
              <a:rPr sz="1800" b="1" i="0" dirty="0">
                <a:solidFill>
                  <a:srgbClr val="232323"/>
                </a:solidFill>
                <a:latin typeface="Arial"/>
              </a:rPr>
              <a:t>Claude Sonnet</a:t>
            </a:r>
          </a:p>
        </p:txBody>
      </p:sp>
      <p:sp>
        <p:nvSpPr>
          <p:cNvPr id="20" name="model_role_3"/>
          <p:cNvSpPr txBox="1"/>
          <p:nvPr/>
        </p:nvSpPr>
        <p:spPr>
          <a:xfrm>
            <a:off x="8321040" y="3154680"/>
            <a:ext cx="2331720" cy="510909"/>
          </a:xfrm>
          <a:prstGeom prst="rect">
            <a:avLst/>
          </a:prstGeom>
          <a:noFill/>
        </p:spPr>
        <p:txBody>
          <a:bodyPr wrap="square" lIns="18288" tIns="9144" rIns="18288" bIns="9144" anchor="t">
            <a:spAutoFit/>
          </a:bodyPr>
          <a:lstStyle/>
          <a:p>
            <a:pPr algn="l">
              <a:defRPr/>
            </a:pPr>
            <a:r>
              <a:rPr sz="1600" b="1" i="0">
                <a:solidFill>
                  <a:srgbClr val="F6641C"/>
                </a:solidFill>
                <a:latin typeface="Arial"/>
              </a:rPr>
              <a:t>Modelo complementario</a:t>
            </a:r>
          </a:p>
        </p:txBody>
      </p:sp>
      <p:sp>
        <p:nvSpPr>
          <p:cNvPr id="21" name="model_body_3"/>
          <p:cNvSpPr txBox="1"/>
          <p:nvPr/>
        </p:nvSpPr>
        <p:spPr>
          <a:xfrm>
            <a:off x="8298180" y="3761708"/>
            <a:ext cx="2331720" cy="1003352"/>
          </a:xfrm>
          <a:prstGeom prst="rect">
            <a:avLst/>
          </a:prstGeom>
          <a:noFill/>
        </p:spPr>
        <p:txBody>
          <a:bodyPr wrap="square" lIns="18288" tIns="9144" rIns="18288" bIns="9144" anchor="t">
            <a:spAutoFit/>
          </a:bodyPr>
          <a:lstStyle/>
          <a:p>
            <a:pPr algn="l">
              <a:defRPr/>
            </a:pPr>
            <a:r>
              <a:rPr sz="1600" b="0" i="0" dirty="0" err="1">
                <a:solidFill>
                  <a:srgbClr val="464646"/>
                </a:solidFill>
                <a:latin typeface="Arial"/>
              </a:rPr>
              <a:t>Arquitectura</a:t>
            </a:r>
            <a:r>
              <a:rPr sz="1600" b="0" i="0" dirty="0">
                <a:solidFill>
                  <a:srgbClr val="464646"/>
                </a:solidFill>
                <a:latin typeface="Arial"/>
              </a:rPr>
              <a:t> </a:t>
            </a:r>
            <a:r>
              <a:rPr sz="1600" b="0" i="0" dirty="0" err="1">
                <a:solidFill>
                  <a:srgbClr val="464646"/>
                </a:solidFill>
                <a:latin typeface="Arial"/>
              </a:rPr>
              <a:t>diferenciada</a:t>
            </a:r>
            <a:r>
              <a:rPr sz="1600" b="0" i="0" dirty="0">
                <a:solidFill>
                  <a:srgbClr val="464646"/>
                </a:solidFill>
                <a:latin typeface="Arial"/>
              </a:rPr>
              <a:t> para </a:t>
            </a:r>
            <a:r>
              <a:rPr sz="1600" b="0" i="0" dirty="0" err="1">
                <a:solidFill>
                  <a:srgbClr val="464646"/>
                </a:solidFill>
                <a:latin typeface="Arial"/>
              </a:rPr>
              <a:t>detectar</a:t>
            </a:r>
            <a:r>
              <a:rPr sz="1600" b="0" i="0" dirty="0">
                <a:solidFill>
                  <a:srgbClr val="464646"/>
                </a:solidFill>
                <a:latin typeface="Arial"/>
              </a:rPr>
              <a:t> </a:t>
            </a:r>
            <a:r>
              <a:rPr sz="1600" b="0" i="0" dirty="0" err="1">
                <a:solidFill>
                  <a:srgbClr val="464646"/>
                </a:solidFill>
                <a:latin typeface="Arial"/>
              </a:rPr>
              <a:t>discrepancias</a:t>
            </a:r>
            <a:r>
              <a:rPr sz="1600" b="0" i="0" dirty="0">
                <a:solidFill>
                  <a:srgbClr val="464646"/>
                </a:solidFill>
                <a:latin typeface="Arial"/>
              </a:rPr>
              <a:t> </a:t>
            </a:r>
            <a:r>
              <a:rPr sz="1600" b="0" i="0" dirty="0" err="1">
                <a:solidFill>
                  <a:srgbClr val="464646"/>
                </a:solidFill>
                <a:latin typeface="Arial"/>
              </a:rPr>
              <a:t>sistemáticas</a:t>
            </a:r>
            <a:r>
              <a:rPr sz="1600" b="0" i="0" dirty="0">
                <a:solidFill>
                  <a:srgbClr val="464646"/>
                </a:solidFill>
                <a:latin typeface="Arial"/>
              </a:rPr>
              <a:t>.</a:t>
            </a:r>
          </a:p>
        </p:txBody>
      </p:sp>
      <p:sp>
        <p:nvSpPr>
          <p:cNvPr id="22" name="Uso previsto: mismo corpus + mismo prompt + comparación de conceptos, relaciones y triadas candidatas"/>
          <p:cNvSpPr/>
          <p:nvPr/>
        </p:nvSpPr>
        <p:spPr>
          <a:xfrm>
            <a:off x="1325880" y="5554980"/>
            <a:ext cx="8961120" cy="411480"/>
          </a:xfrm>
          <a:prstGeom prst="roundRect">
            <a:avLst/>
          </a:prstGeom>
          <a:solidFill>
            <a:srgbClr val="E8E8FF"/>
          </a:solidFill>
          <a:ln w="1016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3" name="Uso previsto: mismo corpus + mismo prompt + comparación de conceptos, relaciones y triadas candidatas_txt"/>
          <p:cNvSpPr txBox="1"/>
          <p:nvPr/>
        </p:nvSpPr>
        <p:spPr>
          <a:xfrm>
            <a:off x="1380744" y="5623560"/>
            <a:ext cx="8851392" cy="338328"/>
          </a:xfrm>
          <a:prstGeom prst="rect">
            <a:avLst/>
          </a:prstGeom>
          <a:noFill/>
        </p:spPr>
        <p:txBody>
          <a:bodyPr wrap="square" lIns="18288" tIns="9144" rIns="18288" bIns="9144" anchor="t">
            <a:spAutoFit/>
          </a:bodyPr>
          <a:lstStyle/>
          <a:p>
            <a:pPr algn="ctr">
              <a:defRPr/>
            </a:pPr>
            <a:r>
              <a:rPr sz="1270" b="1" i="0">
                <a:solidFill>
                  <a:srgbClr val="4949EE"/>
                </a:solidFill>
                <a:latin typeface="Arial"/>
              </a:rPr>
              <a:t>Uso previsto: mismo corpus + mismo prompt + comparación de conceptos, relaciones y triadas candidatas</a:t>
            </a:r>
          </a:p>
        </p:txBody>
      </p:sp>
      <p:sp>
        <p:nvSpPr>
          <p:cNvPr id="24"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 README del </a:t>
            </a:r>
            <a:r>
              <a:rPr sz="1100" b="0" i="0" dirty="0" err="1">
                <a:solidFill>
                  <a:srgbClr val="464646"/>
                </a:solidFill>
                <a:latin typeface="Arial"/>
                <a:hlinkClick r:id="rId3"/>
              </a:rPr>
              <a:t>repositorio</a:t>
            </a:r>
            <a:r>
              <a:rPr sz="1100" b="0" i="0" dirty="0">
                <a:solidFill>
                  <a:srgbClr val="464646"/>
                </a:solidFill>
                <a:latin typeface="Arial"/>
                <a:hlinkClick r:id="rId3"/>
              </a:rPr>
              <a:t> y </a:t>
            </a:r>
            <a:r>
              <a:rPr sz="1100" b="0" i="0" dirty="0" err="1">
                <a:solidFill>
                  <a:srgbClr val="464646"/>
                </a:solidFill>
                <a:latin typeface="Arial"/>
                <a:hlinkClick r:id="rId3"/>
              </a:rPr>
              <a:t>presentación</a:t>
            </a:r>
            <a:r>
              <a:rPr sz="1100" b="0" i="0" dirty="0">
                <a:solidFill>
                  <a:srgbClr val="464646"/>
                </a:solidFill>
                <a:latin typeface="Arial"/>
                <a:hlinkClick r:id="rId3"/>
              </a:rPr>
              <a:t> de </a:t>
            </a:r>
            <a:r>
              <a:rPr sz="1100" b="0" i="0" dirty="0" err="1">
                <a:solidFill>
                  <a:srgbClr val="464646"/>
                </a:solidFill>
                <a:latin typeface="Arial"/>
                <a:hlinkClick r:id="rId3"/>
              </a:rPr>
              <a:t>avance</a:t>
            </a:r>
            <a:r>
              <a:rPr sz="1100" b="0" i="0" dirty="0">
                <a:solidFill>
                  <a:srgbClr val="464646"/>
                </a:solidFill>
                <a:latin typeface="Arial"/>
                <a:hlinkClick r:id="rId3"/>
              </a:rPr>
              <a:t>: </a:t>
            </a:r>
            <a:r>
              <a:rPr sz="1100" b="0" i="0" dirty="0" err="1">
                <a:solidFill>
                  <a:srgbClr val="464646"/>
                </a:solidFill>
                <a:latin typeface="Arial"/>
                <a:hlinkClick r:id="rId3"/>
              </a:rPr>
              <a:t>selección</a:t>
            </a:r>
            <a:r>
              <a:rPr sz="1100" b="0" i="0" dirty="0">
                <a:solidFill>
                  <a:srgbClr val="464646"/>
                </a:solidFill>
                <a:latin typeface="Arial"/>
                <a:hlinkClick r:id="rId3"/>
              </a:rPr>
              <a:t> GPT-4o, LLaMA-3 y Claude Sonnet.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1069848" y="845451"/>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Avances</a:t>
            </a:r>
            <a:r>
              <a:rPr b="0" i="0" dirty="0">
                <a:solidFill>
                  <a:srgbClr val="4949EE"/>
                </a:solidFill>
                <a:latin typeface="Arial"/>
              </a:rPr>
              <a:t> </a:t>
            </a:r>
            <a:r>
              <a:rPr b="0" i="0" dirty="0" err="1">
                <a:solidFill>
                  <a:srgbClr val="4949EE"/>
                </a:solidFill>
                <a:latin typeface="Arial"/>
              </a:rPr>
              <a:t>parciales</a:t>
            </a:r>
            <a:r>
              <a:rPr b="0" i="0" dirty="0">
                <a:solidFill>
                  <a:srgbClr val="4949EE"/>
                </a:solidFill>
                <a:latin typeface="Arial"/>
              </a:rPr>
              <a:t> </a:t>
            </a:r>
            <a:r>
              <a:rPr b="0" i="0" dirty="0" err="1">
                <a:solidFill>
                  <a:srgbClr val="4949EE"/>
                </a:solidFill>
                <a:latin typeface="Arial"/>
              </a:rPr>
              <a:t>alcanzados</a:t>
            </a:r>
            <a:endParaRPr b="0" i="0" dirty="0">
              <a:solidFill>
                <a:srgbClr val="4949EE"/>
              </a:solidFill>
              <a:latin typeface="Arial"/>
            </a:endParaRPr>
          </a:p>
        </p:txBody>
      </p:sp>
      <p:sp>
        <p:nvSpPr>
          <p:cNvPr id="6" name="Componente"/>
          <p:cNvSpPr/>
          <p:nvPr/>
        </p:nvSpPr>
        <p:spPr>
          <a:xfrm>
            <a:off x="832104" y="1463040"/>
            <a:ext cx="2148840" cy="347472"/>
          </a:xfrm>
          <a:prstGeom prst="roundRect">
            <a:avLst/>
          </a:prstGeom>
          <a:solidFill>
            <a:srgbClr val="4949EE"/>
          </a:solidFill>
          <a:ln w="1016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7" name="Componente_txt"/>
          <p:cNvSpPr txBox="1"/>
          <p:nvPr/>
        </p:nvSpPr>
        <p:spPr>
          <a:xfrm>
            <a:off x="886967" y="1531620"/>
            <a:ext cx="2039112" cy="233910"/>
          </a:xfrm>
          <a:prstGeom prst="rect">
            <a:avLst/>
          </a:prstGeom>
          <a:noFill/>
        </p:spPr>
        <p:txBody>
          <a:bodyPr wrap="square" lIns="18288" tIns="9144" rIns="18288" bIns="9144" anchor="t">
            <a:spAutoFit/>
          </a:bodyPr>
          <a:lstStyle/>
          <a:p>
            <a:pPr algn="ctr">
              <a:defRPr/>
            </a:pPr>
            <a:r>
              <a:rPr sz="1400" b="1" i="0">
                <a:solidFill>
                  <a:srgbClr val="4949EE"/>
                </a:solidFill>
                <a:latin typeface="Arial"/>
              </a:rPr>
              <a:t>Componente</a:t>
            </a:r>
          </a:p>
        </p:txBody>
      </p:sp>
      <p:sp>
        <p:nvSpPr>
          <p:cNvPr id="8" name="Evidencia en repositorio"/>
          <p:cNvSpPr/>
          <p:nvPr/>
        </p:nvSpPr>
        <p:spPr>
          <a:xfrm>
            <a:off x="3255264" y="1463040"/>
            <a:ext cx="5440680" cy="347472"/>
          </a:xfrm>
          <a:prstGeom prst="roundRect">
            <a:avLst/>
          </a:prstGeom>
          <a:solidFill>
            <a:srgbClr val="4949EE"/>
          </a:solidFill>
          <a:ln w="1016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9" name="Evidencia en repositorio_txt"/>
          <p:cNvSpPr txBox="1"/>
          <p:nvPr/>
        </p:nvSpPr>
        <p:spPr>
          <a:xfrm>
            <a:off x="3310128" y="1531620"/>
            <a:ext cx="5330952" cy="233910"/>
          </a:xfrm>
          <a:prstGeom prst="rect">
            <a:avLst/>
          </a:prstGeom>
          <a:noFill/>
        </p:spPr>
        <p:txBody>
          <a:bodyPr wrap="square" lIns="18288" tIns="9144" rIns="18288" bIns="9144" anchor="t">
            <a:spAutoFit/>
          </a:bodyPr>
          <a:lstStyle/>
          <a:p>
            <a:pPr algn="ctr">
              <a:defRPr/>
            </a:pPr>
            <a:r>
              <a:rPr sz="1400" b="1" i="0">
                <a:solidFill>
                  <a:srgbClr val="4949EE"/>
                </a:solidFill>
                <a:latin typeface="Arial"/>
              </a:rPr>
              <a:t>Evidencia en repositorio</a:t>
            </a:r>
          </a:p>
        </p:txBody>
      </p:sp>
      <p:sp>
        <p:nvSpPr>
          <p:cNvPr id="10" name="Estado"/>
          <p:cNvSpPr/>
          <p:nvPr/>
        </p:nvSpPr>
        <p:spPr>
          <a:xfrm>
            <a:off x="8970264" y="1463040"/>
            <a:ext cx="2057400" cy="347472"/>
          </a:xfrm>
          <a:prstGeom prst="roundRect">
            <a:avLst/>
          </a:prstGeom>
          <a:solidFill>
            <a:srgbClr val="4949EE"/>
          </a:solidFill>
          <a:ln w="1016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1" name="Estado_txt"/>
          <p:cNvSpPr txBox="1"/>
          <p:nvPr/>
        </p:nvSpPr>
        <p:spPr>
          <a:xfrm>
            <a:off x="9025128" y="1531620"/>
            <a:ext cx="1947672" cy="233910"/>
          </a:xfrm>
          <a:prstGeom prst="rect">
            <a:avLst/>
          </a:prstGeom>
          <a:noFill/>
        </p:spPr>
        <p:txBody>
          <a:bodyPr wrap="square" lIns="18288" tIns="9144" rIns="18288" bIns="9144" anchor="t">
            <a:spAutoFit/>
          </a:bodyPr>
          <a:lstStyle/>
          <a:p>
            <a:pPr algn="ctr">
              <a:defRPr/>
            </a:pPr>
            <a:r>
              <a:rPr sz="1400" b="1" i="0">
                <a:solidFill>
                  <a:srgbClr val="4949EE"/>
                </a:solidFill>
                <a:latin typeface="Arial"/>
              </a:rPr>
              <a:t>Estado</a:t>
            </a:r>
          </a:p>
        </p:txBody>
      </p:sp>
      <p:sp>
        <p:nvSpPr>
          <p:cNvPr id="12" name="Rectangle 11"/>
          <p:cNvSpPr/>
          <p:nvPr/>
        </p:nvSpPr>
        <p:spPr>
          <a:xfrm>
            <a:off x="832104" y="1965960"/>
            <a:ext cx="2148840" cy="502920"/>
          </a:xfrm>
          <a:prstGeom prst="rect">
            <a:avLst/>
          </a:prstGeom>
          <a:solidFill>
            <a:srgbClr val="F5F5F5"/>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3" name="row0_0"/>
          <p:cNvSpPr txBox="1"/>
          <p:nvPr/>
        </p:nvSpPr>
        <p:spPr>
          <a:xfrm>
            <a:off x="905256" y="2084832"/>
            <a:ext cx="2002536" cy="233910"/>
          </a:xfrm>
          <a:prstGeom prst="rect">
            <a:avLst/>
          </a:prstGeom>
          <a:noFill/>
        </p:spPr>
        <p:txBody>
          <a:bodyPr wrap="square" lIns="18288" tIns="9144" rIns="18288" bIns="9144" anchor="t">
            <a:spAutoFit/>
          </a:bodyPr>
          <a:lstStyle/>
          <a:p>
            <a:pPr algn="l">
              <a:defRPr/>
            </a:pPr>
            <a:r>
              <a:rPr sz="1400" b="1" i="0">
                <a:solidFill>
                  <a:srgbClr val="232323"/>
                </a:solidFill>
                <a:latin typeface="Arial"/>
              </a:rPr>
              <a:t>Alcance y preguntas</a:t>
            </a:r>
          </a:p>
        </p:txBody>
      </p:sp>
      <p:sp>
        <p:nvSpPr>
          <p:cNvPr id="14" name="Rectangle 13"/>
          <p:cNvSpPr/>
          <p:nvPr/>
        </p:nvSpPr>
        <p:spPr>
          <a:xfrm>
            <a:off x="3255264" y="1965960"/>
            <a:ext cx="5440680" cy="502920"/>
          </a:xfrm>
          <a:prstGeom prst="rect">
            <a:avLst/>
          </a:prstGeom>
          <a:solidFill>
            <a:srgbClr val="F5F5F5"/>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5" name="row0_1"/>
          <p:cNvSpPr txBox="1"/>
          <p:nvPr/>
        </p:nvSpPr>
        <p:spPr>
          <a:xfrm>
            <a:off x="3328416" y="2084832"/>
            <a:ext cx="5294376" cy="233910"/>
          </a:xfrm>
          <a:prstGeom prst="rect">
            <a:avLst/>
          </a:prstGeom>
          <a:noFill/>
        </p:spPr>
        <p:txBody>
          <a:bodyPr wrap="square" lIns="18288" tIns="9144" rIns="18288" bIns="9144" anchor="t">
            <a:spAutoFit/>
          </a:bodyPr>
          <a:lstStyle/>
          <a:p>
            <a:pPr algn="l">
              <a:defRPr/>
            </a:pPr>
            <a:r>
              <a:rPr sz="1400" b="0" i="0">
                <a:solidFill>
                  <a:srgbClr val="232323"/>
                </a:solidFill>
                <a:latin typeface="Arial"/>
              </a:rPr>
              <a:t>ALC-01 a ALC-08 organizadas por LLM</a:t>
            </a:r>
          </a:p>
        </p:txBody>
      </p:sp>
      <p:sp>
        <p:nvSpPr>
          <p:cNvPr id="16" name="Rectangle 15"/>
          <p:cNvSpPr/>
          <p:nvPr/>
        </p:nvSpPr>
        <p:spPr>
          <a:xfrm>
            <a:off x="8970264" y="1965960"/>
            <a:ext cx="2057400" cy="502920"/>
          </a:xfrm>
          <a:prstGeom prst="rect">
            <a:avLst/>
          </a:prstGeom>
          <a:solidFill>
            <a:srgbClr val="F5F5F5"/>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7" name="row0_2"/>
          <p:cNvSpPr txBox="1"/>
          <p:nvPr/>
        </p:nvSpPr>
        <p:spPr>
          <a:xfrm>
            <a:off x="9043416" y="2084832"/>
            <a:ext cx="1911095" cy="233910"/>
          </a:xfrm>
          <a:prstGeom prst="rect">
            <a:avLst/>
          </a:prstGeom>
          <a:noFill/>
        </p:spPr>
        <p:txBody>
          <a:bodyPr wrap="square" lIns="18288" tIns="9144" rIns="18288" bIns="9144" anchor="t">
            <a:spAutoFit/>
          </a:bodyPr>
          <a:lstStyle/>
          <a:p>
            <a:pPr algn="l">
              <a:defRPr/>
            </a:pPr>
            <a:r>
              <a:rPr sz="1400" b="1" i="0">
                <a:solidFill>
                  <a:srgbClr val="52BD5B"/>
                </a:solidFill>
                <a:latin typeface="Arial"/>
              </a:rPr>
              <a:t>Realizado</a:t>
            </a:r>
          </a:p>
        </p:txBody>
      </p:sp>
      <p:sp>
        <p:nvSpPr>
          <p:cNvPr id="18" name="Rectangle 17"/>
          <p:cNvSpPr/>
          <p:nvPr/>
        </p:nvSpPr>
        <p:spPr>
          <a:xfrm>
            <a:off x="832104" y="2587752"/>
            <a:ext cx="2148840" cy="502920"/>
          </a:xfrm>
          <a:prstGeom prst="rect">
            <a:avLst/>
          </a:prstGeom>
          <a:solidFill>
            <a:srgbClr val="FFFFFF"/>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9" name="row1_0"/>
          <p:cNvSpPr txBox="1"/>
          <p:nvPr/>
        </p:nvSpPr>
        <p:spPr>
          <a:xfrm>
            <a:off x="905256" y="2706624"/>
            <a:ext cx="2002536" cy="233910"/>
          </a:xfrm>
          <a:prstGeom prst="rect">
            <a:avLst/>
          </a:prstGeom>
          <a:noFill/>
        </p:spPr>
        <p:txBody>
          <a:bodyPr wrap="square" lIns="18288" tIns="9144" rIns="18288" bIns="9144" anchor="t">
            <a:spAutoFit/>
          </a:bodyPr>
          <a:lstStyle/>
          <a:p>
            <a:pPr algn="l">
              <a:defRPr/>
            </a:pPr>
            <a:r>
              <a:rPr sz="1400" b="1" i="0">
                <a:solidFill>
                  <a:srgbClr val="232323"/>
                </a:solidFill>
                <a:latin typeface="Arial"/>
              </a:rPr>
              <a:t>Corpus y paquetes</a:t>
            </a:r>
          </a:p>
        </p:txBody>
      </p:sp>
      <p:sp>
        <p:nvSpPr>
          <p:cNvPr id="20" name="Rectangle 19"/>
          <p:cNvSpPr/>
          <p:nvPr/>
        </p:nvSpPr>
        <p:spPr>
          <a:xfrm>
            <a:off x="3255264" y="2587752"/>
            <a:ext cx="5440680" cy="502920"/>
          </a:xfrm>
          <a:prstGeom prst="rect">
            <a:avLst/>
          </a:prstGeom>
          <a:solidFill>
            <a:srgbClr val="FFFFFF"/>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1" name="row1_1"/>
          <p:cNvSpPr txBox="1"/>
          <p:nvPr/>
        </p:nvSpPr>
        <p:spPr>
          <a:xfrm>
            <a:off x="3328416" y="2706624"/>
            <a:ext cx="5294376" cy="233910"/>
          </a:xfrm>
          <a:prstGeom prst="rect">
            <a:avLst/>
          </a:prstGeom>
          <a:noFill/>
        </p:spPr>
        <p:txBody>
          <a:bodyPr wrap="square" lIns="18288" tIns="9144" rIns="18288" bIns="9144" anchor="t">
            <a:spAutoFit/>
          </a:bodyPr>
          <a:lstStyle/>
          <a:p>
            <a:pPr algn="l">
              <a:defRPr/>
            </a:pPr>
            <a:r>
              <a:rPr sz="1400" b="0" i="0">
                <a:solidFill>
                  <a:srgbClr val="232323"/>
                </a:solidFill>
                <a:latin typeface="Arial"/>
              </a:rPr>
              <a:t>corpus_planning.md y corpus_extraction_package.md</a:t>
            </a:r>
          </a:p>
        </p:txBody>
      </p:sp>
      <p:sp>
        <p:nvSpPr>
          <p:cNvPr id="22" name="Rectangle 21"/>
          <p:cNvSpPr/>
          <p:nvPr/>
        </p:nvSpPr>
        <p:spPr>
          <a:xfrm>
            <a:off x="8970264" y="2587752"/>
            <a:ext cx="2057400" cy="502920"/>
          </a:xfrm>
          <a:prstGeom prst="rect">
            <a:avLst/>
          </a:prstGeom>
          <a:solidFill>
            <a:srgbClr val="FFFFFF"/>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3" name="row1_2"/>
          <p:cNvSpPr txBox="1"/>
          <p:nvPr/>
        </p:nvSpPr>
        <p:spPr>
          <a:xfrm>
            <a:off x="9043416" y="2706624"/>
            <a:ext cx="1911095" cy="233910"/>
          </a:xfrm>
          <a:prstGeom prst="rect">
            <a:avLst/>
          </a:prstGeom>
          <a:noFill/>
        </p:spPr>
        <p:txBody>
          <a:bodyPr wrap="square" lIns="18288" tIns="9144" rIns="18288" bIns="9144" anchor="t">
            <a:spAutoFit/>
          </a:bodyPr>
          <a:lstStyle/>
          <a:p>
            <a:pPr algn="l">
              <a:defRPr/>
            </a:pPr>
            <a:r>
              <a:rPr sz="1400" b="1" i="0">
                <a:solidFill>
                  <a:srgbClr val="52BD5B"/>
                </a:solidFill>
                <a:latin typeface="Arial"/>
              </a:rPr>
              <a:t>Realizado</a:t>
            </a:r>
          </a:p>
        </p:txBody>
      </p:sp>
      <p:sp>
        <p:nvSpPr>
          <p:cNvPr id="24" name="Rectangle 23"/>
          <p:cNvSpPr/>
          <p:nvPr/>
        </p:nvSpPr>
        <p:spPr>
          <a:xfrm>
            <a:off x="832104" y="3209544"/>
            <a:ext cx="2148840" cy="502920"/>
          </a:xfrm>
          <a:prstGeom prst="rect">
            <a:avLst/>
          </a:prstGeom>
          <a:solidFill>
            <a:srgbClr val="F5F5F5"/>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5" name="row2_0"/>
          <p:cNvSpPr txBox="1"/>
          <p:nvPr/>
        </p:nvSpPr>
        <p:spPr>
          <a:xfrm>
            <a:off x="905256" y="3328416"/>
            <a:ext cx="2002536" cy="233910"/>
          </a:xfrm>
          <a:prstGeom prst="rect">
            <a:avLst/>
          </a:prstGeom>
          <a:noFill/>
        </p:spPr>
        <p:txBody>
          <a:bodyPr wrap="square" lIns="18288" tIns="9144" rIns="18288" bIns="9144" anchor="t">
            <a:spAutoFit/>
          </a:bodyPr>
          <a:lstStyle/>
          <a:p>
            <a:pPr algn="l">
              <a:defRPr/>
            </a:pPr>
            <a:r>
              <a:rPr sz="1400" b="1" i="0">
                <a:solidFill>
                  <a:srgbClr val="232323"/>
                </a:solidFill>
                <a:latin typeface="Arial"/>
              </a:rPr>
              <a:t>Extracción asistida</a:t>
            </a:r>
          </a:p>
        </p:txBody>
      </p:sp>
      <p:sp>
        <p:nvSpPr>
          <p:cNvPr id="26" name="Rectangle 25"/>
          <p:cNvSpPr/>
          <p:nvPr/>
        </p:nvSpPr>
        <p:spPr>
          <a:xfrm>
            <a:off x="3255264" y="3209544"/>
            <a:ext cx="5440680" cy="502920"/>
          </a:xfrm>
          <a:prstGeom prst="rect">
            <a:avLst/>
          </a:prstGeom>
          <a:solidFill>
            <a:srgbClr val="F5F5F5"/>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7" name="row2_1"/>
          <p:cNvSpPr txBox="1"/>
          <p:nvPr/>
        </p:nvSpPr>
        <p:spPr>
          <a:xfrm>
            <a:off x="3328416" y="3328416"/>
            <a:ext cx="5294376" cy="233910"/>
          </a:xfrm>
          <a:prstGeom prst="rect">
            <a:avLst/>
          </a:prstGeom>
          <a:noFill/>
        </p:spPr>
        <p:txBody>
          <a:bodyPr wrap="square" lIns="18288" tIns="9144" rIns="18288" bIns="9144" anchor="t">
            <a:spAutoFit/>
          </a:bodyPr>
          <a:lstStyle/>
          <a:p>
            <a:pPr algn="l">
              <a:defRPr/>
            </a:pPr>
            <a:r>
              <a:rPr sz="1400" b="0" i="0">
                <a:solidFill>
                  <a:srgbClr val="232323"/>
                </a:solidFill>
                <a:latin typeface="Arial"/>
              </a:rPr>
              <a:t>respuestas corpus.md y estructuras corpus.csv</a:t>
            </a:r>
          </a:p>
        </p:txBody>
      </p:sp>
      <p:sp>
        <p:nvSpPr>
          <p:cNvPr id="28" name="Rectangle 27"/>
          <p:cNvSpPr/>
          <p:nvPr/>
        </p:nvSpPr>
        <p:spPr>
          <a:xfrm>
            <a:off x="8970264" y="3209544"/>
            <a:ext cx="2057400" cy="502920"/>
          </a:xfrm>
          <a:prstGeom prst="rect">
            <a:avLst/>
          </a:prstGeom>
          <a:solidFill>
            <a:srgbClr val="F5F5F5"/>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9" name="row2_2"/>
          <p:cNvSpPr txBox="1"/>
          <p:nvPr/>
        </p:nvSpPr>
        <p:spPr>
          <a:xfrm>
            <a:off x="9043416" y="3328416"/>
            <a:ext cx="1911095" cy="233910"/>
          </a:xfrm>
          <a:prstGeom prst="rect">
            <a:avLst/>
          </a:prstGeom>
          <a:noFill/>
        </p:spPr>
        <p:txBody>
          <a:bodyPr wrap="square" lIns="18288" tIns="9144" rIns="18288" bIns="9144" anchor="t">
            <a:spAutoFit/>
          </a:bodyPr>
          <a:lstStyle/>
          <a:p>
            <a:pPr algn="l">
              <a:defRPr/>
            </a:pPr>
            <a:r>
              <a:rPr sz="1400" b="1" i="0">
                <a:solidFill>
                  <a:srgbClr val="52BD5B"/>
                </a:solidFill>
                <a:latin typeface="Arial"/>
              </a:rPr>
              <a:t>Realizado</a:t>
            </a:r>
          </a:p>
        </p:txBody>
      </p:sp>
      <p:sp>
        <p:nvSpPr>
          <p:cNvPr id="30" name="Rectangle 29"/>
          <p:cNvSpPr/>
          <p:nvPr/>
        </p:nvSpPr>
        <p:spPr>
          <a:xfrm>
            <a:off x="832104" y="3831336"/>
            <a:ext cx="2148840" cy="502920"/>
          </a:xfrm>
          <a:prstGeom prst="rect">
            <a:avLst/>
          </a:prstGeom>
          <a:solidFill>
            <a:srgbClr val="FFFFFF"/>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1" name="row3_0"/>
          <p:cNvSpPr txBox="1"/>
          <p:nvPr/>
        </p:nvSpPr>
        <p:spPr>
          <a:xfrm>
            <a:off x="905256" y="3950208"/>
            <a:ext cx="2002536" cy="233910"/>
          </a:xfrm>
          <a:prstGeom prst="rect">
            <a:avLst/>
          </a:prstGeom>
          <a:noFill/>
        </p:spPr>
        <p:txBody>
          <a:bodyPr wrap="square" lIns="18288" tIns="9144" rIns="18288" bIns="9144" anchor="t">
            <a:spAutoFit/>
          </a:bodyPr>
          <a:lstStyle/>
          <a:p>
            <a:pPr algn="l">
              <a:defRPr/>
            </a:pPr>
            <a:r>
              <a:rPr sz="1400" b="1" i="0">
                <a:solidFill>
                  <a:srgbClr val="232323"/>
                </a:solidFill>
                <a:latin typeface="Arial"/>
              </a:rPr>
              <a:t>Comparación LLMs</a:t>
            </a:r>
          </a:p>
        </p:txBody>
      </p:sp>
      <p:sp>
        <p:nvSpPr>
          <p:cNvPr id="32" name="Rectangle 31"/>
          <p:cNvSpPr/>
          <p:nvPr/>
        </p:nvSpPr>
        <p:spPr>
          <a:xfrm>
            <a:off x="3255264" y="3831336"/>
            <a:ext cx="5440680" cy="502920"/>
          </a:xfrm>
          <a:prstGeom prst="rect">
            <a:avLst/>
          </a:prstGeom>
          <a:solidFill>
            <a:srgbClr val="FFFFFF"/>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3" name="row3_1"/>
          <p:cNvSpPr txBox="1"/>
          <p:nvPr/>
        </p:nvSpPr>
        <p:spPr>
          <a:xfrm>
            <a:off x="3328416" y="3950208"/>
            <a:ext cx="5294376" cy="233910"/>
          </a:xfrm>
          <a:prstGeom prst="rect">
            <a:avLst/>
          </a:prstGeom>
          <a:noFill/>
        </p:spPr>
        <p:txBody>
          <a:bodyPr wrap="square" lIns="18288" tIns="9144" rIns="18288" bIns="9144" anchor="t">
            <a:spAutoFit/>
          </a:bodyPr>
          <a:lstStyle/>
          <a:p>
            <a:pPr algn="l">
              <a:defRPr/>
            </a:pPr>
            <a:r>
              <a:rPr sz="1400" b="0" i="0">
                <a:solidFill>
                  <a:srgbClr val="232323"/>
                </a:solidFill>
                <a:latin typeface="Arial"/>
              </a:rPr>
              <a:t>carpetas Llama_3, GPT-4o y Claude_Sonnet</a:t>
            </a:r>
          </a:p>
        </p:txBody>
      </p:sp>
      <p:sp>
        <p:nvSpPr>
          <p:cNvPr id="34" name="Rectangle 33"/>
          <p:cNvSpPr/>
          <p:nvPr/>
        </p:nvSpPr>
        <p:spPr>
          <a:xfrm>
            <a:off x="8970264" y="3831336"/>
            <a:ext cx="2057400" cy="502920"/>
          </a:xfrm>
          <a:prstGeom prst="rect">
            <a:avLst/>
          </a:prstGeom>
          <a:solidFill>
            <a:srgbClr val="FFFFFF"/>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5" name="row3_2"/>
          <p:cNvSpPr txBox="1"/>
          <p:nvPr/>
        </p:nvSpPr>
        <p:spPr>
          <a:xfrm>
            <a:off x="9043416" y="3950208"/>
            <a:ext cx="1911095" cy="233910"/>
          </a:xfrm>
          <a:prstGeom prst="rect">
            <a:avLst/>
          </a:prstGeom>
          <a:noFill/>
        </p:spPr>
        <p:txBody>
          <a:bodyPr wrap="square" lIns="18288" tIns="9144" rIns="18288" bIns="9144" anchor="t">
            <a:spAutoFit/>
          </a:bodyPr>
          <a:lstStyle/>
          <a:p>
            <a:pPr algn="l">
              <a:defRPr/>
            </a:pPr>
            <a:r>
              <a:rPr sz="1400" b="1" i="0">
                <a:solidFill>
                  <a:srgbClr val="4949EE"/>
                </a:solidFill>
                <a:latin typeface="Arial"/>
              </a:rPr>
              <a:t>En curso</a:t>
            </a:r>
          </a:p>
        </p:txBody>
      </p:sp>
      <p:sp>
        <p:nvSpPr>
          <p:cNvPr id="36" name="Rectangle 35"/>
          <p:cNvSpPr/>
          <p:nvPr/>
        </p:nvSpPr>
        <p:spPr>
          <a:xfrm>
            <a:off x="832104" y="4453128"/>
            <a:ext cx="2148840" cy="502920"/>
          </a:xfrm>
          <a:prstGeom prst="rect">
            <a:avLst/>
          </a:prstGeom>
          <a:solidFill>
            <a:srgbClr val="F5F5F5"/>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7" name="row4_0"/>
          <p:cNvSpPr txBox="1"/>
          <p:nvPr/>
        </p:nvSpPr>
        <p:spPr>
          <a:xfrm>
            <a:off x="905256" y="4572000"/>
            <a:ext cx="2002536" cy="233910"/>
          </a:xfrm>
          <a:prstGeom prst="rect">
            <a:avLst/>
          </a:prstGeom>
          <a:noFill/>
        </p:spPr>
        <p:txBody>
          <a:bodyPr wrap="square" lIns="18288" tIns="9144" rIns="18288" bIns="9144" anchor="t">
            <a:spAutoFit/>
          </a:bodyPr>
          <a:lstStyle/>
          <a:p>
            <a:pPr algn="l">
              <a:defRPr/>
            </a:pPr>
            <a:r>
              <a:rPr sz="1400" b="1" i="0">
                <a:solidFill>
                  <a:srgbClr val="232323"/>
                </a:solidFill>
                <a:latin typeface="Arial"/>
              </a:rPr>
              <a:t>OWL final validada</a:t>
            </a:r>
          </a:p>
        </p:txBody>
      </p:sp>
      <p:sp>
        <p:nvSpPr>
          <p:cNvPr id="38" name="Rectangle 37"/>
          <p:cNvSpPr/>
          <p:nvPr/>
        </p:nvSpPr>
        <p:spPr>
          <a:xfrm>
            <a:off x="3255264" y="4453128"/>
            <a:ext cx="5440680" cy="502920"/>
          </a:xfrm>
          <a:prstGeom prst="rect">
            <a:avLst/>
          </a:prstGeom>
          <a:solidFill>
            <a:srgbClr val="F5F5F5"/>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39" name="row4_1"/>
          <p:cNvSpPr txBox="1"/>
          <p:nvPr/>
        </p:nvSpPr>
        <p:spPr>
          <a:xfrm>
            <a:off x="3328416" y="4572000"/>
            <a:ext cx="5294376" cy="233910"/>
          </a:xfrm>
          <a:prstGeom prst="rect">
            <a:avLst/>
          </a:prstGeom>
          <a:noFill/>
        </p:spPr>
        <p:txBody>
          <a:bodyPr wrap="square" lIns="18288" tIns="9144" rIns="18288" bIns="9144" anchor="t">
            <a:spAutoFit/>
          </a:bodyPr>
          <a:lstStyle/>
          <a:p>
            <a:pPr algn="l">
              <a:defRPr/>
            </a:pPr>
            <a:r>
              <a:rPr sz="1400" b="0" i="0">
                <a:solidFill>
                  <a:srgbClr val="232323"/>
                </a:solidFill>
                <a:latin typeface="Arial"/>
              </a:rPr>
              <a:t>no se identifica como entregable cerrado en los archivos revisados</a:t>
            </a:r>
          </a:p>
        </p:txBody>
      </p:sp>
      <p:sp>
        <p:nvSpPr>
          <p:cNvPr id="40" name="Rectangle 39"/>
          <p:cNvSpPr/>
          <p:nvPr/>
        </p:nvSpPr>
        <p:spPr>
          <a:xfrm>
            <a:off x="8970264" y="4453128"/>
            <a:ext cx="2057400" cy="502920"/>
          </a:xfrm>
          <a:prstGeom prst="rect">
            <a:avLst/>
          </a:prstGeom>
          <a:solidFill>
            <a:srgbClr val="F5F5F5"/>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41" name="row4_2"/>
          <p:cNvSpPr txBox="1"/>
          <p:nvPr/>
        </p:nvSpPr>
        <p:spPr>
          <a:xfrm>
            <a:off x="9043416" y="4572000"/>
            <a:ext cx="1911095" cy="233910"/>
          </a:xfrm>
          <a:prstGeom prst="rect">
            <a:avLst/>
          </a:prstGeom>
          <a:noFill/>
        </p:spPr>
        <p:txBody>
          <a:bodyPr wrap="square" lIns="18288" tIns="9144" rIns="18288" bIns="9144" anchor="t">
            <a:spAutoFit/>
          </a:bodyPr>
          <a:lstStyle/>
          <a:p>
            <a:pPr algn="l">
              <a:defRPr/>
            </a:pPr>
            <a:r>
              <a:rPr sz="1400" b="1" i="0">
                <a:solidFill>
                  <a:srgbClr val="F6641C"/>
                </a:solidFill>
                <a:latin typeface="Arial"/>
              </a:rPr>
              <a:t>Pendiente</a:t>
            </a:r>
          </a:p>
        </p:txBody>
      </p:sp>
      <p:sp>
        <p:nvSpPr>
          <p:cNvPr id="42" name="Rectangle 41"/>
          <p:cNvSpPr/>
          <p:nvPr/>
        </p:nvSpPr>
        <p:spPr>
          <a:xfrm>
            <a:off x="832104" y="5074920"/>
            <a:ext cx="2148840" cy="502920"/>
          </a:xfrm>
          <a:prstGeom prst="rect">
            <a:avLst/>
          </a:prstGeom>
          <a:solidFill>
            <a:srgbClr val="FFFFFF"/>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43" name="row5_0"/>
          <p:cNvSpPr txBox="1"/>
          <p:nvPr/>
        </p:nvSpPr>
        <p:spPr>
          <a:xfrm>
            <a:off x="905256" y="5193792"/>
            <a:ext cx="2002536" cy="233910"/>
          </a:xfrm>
          <a:prstGeom prst="rect">
            <a:avLst/>
          </a:prstGeom>
          <a:noFill/>
        </p:spPr>
        <p:txBody>
          <a:bodyPr wrap="square" lIns="18288" tIns="9144" rIns="18288" bIns="9144" anchor="t">
            <a:spAutoFit/>
          </a:bodyPr>
          <a:lstStyle/>
          <a:p>
            <a:pPr algn="l">
              <a:defRPr/>
            </a:pPr>
            <a:r>
              <a:rPr sz="1400" b="1" i="0">
                <a:solidFill>
                  <a:srgbClr val="232323"/>
                </a:solidFill>
                <a:latin typeface="Arial"/>
              </a:rPr>
              <a:t>Validación experta</a:t>
            </a:r>
          </a:p>
        </p:txBody>
      </p:sp>
      <p:sp>
        <p:nvSpPr>
          <p:cNvPr id="44" name="Rectangle 43"/>
          <p:cNvSpPr/>
          <p:nvPr/>
        </p:nvSpPr>
        <p:spPr>
          <a:xfrm>
            <a:off x="3255264" y="5074920"/>
            <a:ext cx="5440680" cy="502920"/>
          </a:xfrm>
          <a:prstGeom prst="rect">
            <a:avLst/>
          </a:prstGeom>
          <a:solidFill>
            <a:srgbClr val="FFFFFF"/>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45" name="row5_1"/>
          <p:cNvSpPr txBox="1"/>
          <p:nvPr/>
        </p:nvSpPr>
        <p:spPr>
          <a:xfrm>
            <a:off x="3328416" y="5193792"/>
            <a:ext cx="5294376" cy="233910"/>
          </a:xfrm>
          <a:prstGeom prst="rect">
            <a:avLst/>
          </a:prstGeom>
          <a:noFill/>
        </p:spPr>
        <p:txBody>
          <a:bodyPr wrap="square" lIns="18288" tIns="9144" rIns="18288" bIns="9144" anchor="t">
            <a:spAutoFit/>
          </a:bodyPr>
          <a:lstStyle/>
          <a:p>
            <a:pPr algn="l">
              <a:defRPr/>
            </a:pPr>
            <a:r>
              <a:rPr sz="1400" b="0" i="0">
                <a:solidFill>
                  <a:srgbClr val="232323"/>
                </a:solidFill>
                <a:latin typeface="Arial"/>
              </a:rPr>
              <a:t>marcada como necesaria en varias salidas candidatas</a:t>
            </a:r>
          </a:p>
        </p:txBody>
      </p:sp>
      <p:sp>
        <p:nvSpPr>
          <p:cNvPr id="46" name="Rectangle 45"/>
          <p:cNvSpPr/>
          <p:nvPr/>
        </p:nvSpPr>
        <p:spPr>
          <a:xfrm>
            <a:off x="8970264" y="5074920"/>
            <a:ext cx="2057400" cy="502920"/>
          </a:xfrm>
          <a:prstGeom prst="rect">
            <a:avLst/>
          </a:prstGeom>
          <a:solidFill>
            <a:srgbClr val="FFFFFF"/>
          </a:solidFill>
          <a:ln w="635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47" name="row5_2"/>
          <p:cNvSpPr txBox="1"/>
          <p:nvPr/>
        </p:nvSpPr>
        <p:spPr>
          <a:xfrm>
            <a:off x="9043416" y="5193792"/>
            <a:ext cx="1911095" cy="233910"/>
          </a:xfrm>
          <a:prstGeom prst="rect">
            <a:avLst/>
          </a:prstGeom>
          <a:noFill/>
        </p:spPr>
        <p:txBody>
          <a:bodyPr wrap="square" lIns="18288" tIns="9144" rIns="18288" bIns="9144" anchor="t">
            <a:spAutoFit/>
          </a:bodyPr>
          <a:lstStyle/>
          <a:p>
            <a:pPr algn="l">
              <a:defRPr/>
            </a:pPr>
            <a:r>
              <a:rPr sz="1400" b="1" i="0">
                <a:solidFill>
                  <a:srgbClr val="F6641C"/>
                </a:solidFill>
                <a:latin typeface="Arial"/>
              </a:rPr>
              <a:t>Pendiente</a:t>
            </a:r>
          </a:p>
        </p:txBody>
      </p:sp>
      <p:sp>
        <p:nvSpPr>
          <p:cNvPr id="48" name="Lectura del avance: se cuenta con insumos trazables, pero la ontología consolidada aún está en construcción"/>
          <p:cNvSpPr/>
          <p:nvPr/>
        </p:nvSpPr>
        <p:spPr>
          <a:xfrm>
            <a:off x="1014984" y="5972556"/>
            <a:ext cx="10058400" cy="384048"/>
          </a:xfrm>
          <a:prstGeom prst="roundRect">
            <a:avLst/>
          </a:prstGeom>
          <a:solidFill>
            <a:srgbClr val="FFF4EC"/>
          </a:solidFill>
          <a:ln w="1016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49" name="Lectura del avance: se cuenta con insumos trazables, pero la ontología consolidada aún está en construcción_txt"/>
          <p:cNvSpPr txBox="1"/>
          <p:nvPr/>
        </p:nvSpPr>
        <p:spPr>
          <a:xfrm>
            <a:off x="1069848" y="6041136"/>
            <a:ext cx="9948672" cy="310896"/>
          </a:xfrm>
          <a:prstGeom prst="rect">
            <a:avLst/>
          </a:prstGeom>
          <a:noFill/>
        </p:spPr>
        <p:txBody>
          <a:bodyPr wrap="square" lIns="18288" tIns="9144" rIns="18288" bIns="9144" anchor="t">
            <a:spAutoFit/>
          </a:bodyPr>
          <a:lstStyle/>
          <a:p>
            <a:pPr algn="ctr">
              <a:defRPr/>
            </a:pPr>
            <a:r>
              <a:rPr sz="1300" b="1" i="0" dirty="0" err="1">
                <a:solidFill>
                  <a:srgbClr val="F6641C"/>
                </a:solidFill>
                <a:latin typeface="Arial"/>
              </a:rPr>
              <a:t>Lectura</a:t>
            </a:r>
            <a:r>
              <a:rPr sz="1300" b="1" i="0" dirty="0">
                <a:solidFill>
                  <a:srgbClr val="F6641C"/>
                </a:solidFill>
                <a:latin typeface="Arial"/>
              </a:rPr>
              <a:t> del </a:t>
            </a:r>
            <a:r>
              <a:rPr sz="1300" b="1" i="0" dirty="0" err="1">
                <a:solidFill>
                  <a:srgbClr val="F6641C"/>
                </a:solidFill>
                <a:latin typeface="Arial"/>
              </a:rPr>
              <a:t>avance</a:t>
            </a:r>
            <a:r>
              <a:rPr sz="1300" b="1" i="0" dirty="0">
                <a:solidFill>
                  <a:srgbClr val="F6641C"/>
                </a:solidFill>
                <a:latin typeface="Arial"/>
              </a:rPr>
              <a:t>: se </a:t>
            </a:r>
            <a:r>
              <a:rPr sz="1300" b="1" i="0" dirty="0" err="1">
                <a:solidFill>
                  <a:srgbClr val="F6641C"/>
                </a:solidFill>
                <a:latin typeface="Arial"/>
              </a:rPr>
              <a:t>cuenta</a:t>
            </a:r>
            <a:r>
              <a:rPr sz="1300" b="1" i="0" dirty="0">
                <a:solidFill>
                  <a:srgbClr val="F6641C"/>
                </a:solidFill>
                <a:latin typeface="Arial"/>
              </a:rPr>
              <a:t> con </a:t>
            </a:r>
            <a:r>
              <a:rPr sz="1300" b="1" i="0" dirty="0" err="1">
                <a:solidFill>
                  <a:srgbClr val="F6641C"/>
                </a:solidFill>
                <a:latin typeface="Arial"/>
              </a:rPr>
              <a:t>insumos</a:t>
            </a:r>
            <a:r>
              <a:rPr sz="1300" b="1" i="0" dirty="0">
                <a:solidFill>
                  <a:srgbClr val="F6641C"/>
                </a:solidFill>
                <a:latin typeface="Arial"/>
              </a:rPr>
              <a:t> </a:t>
            </a:r>
            <a:r>
              <a:rPr sz="1300" b="1" i="0" dirty="0" err="1">
                <a:solidFill>
                  <a:srgbClr val="F6641C"/>
                </a:solidFill>
                <a:latin typeface="Arial"/>
              </a:rPr>
              <a:t>trazables</a:t>
            </a:r>
            <a:r>
              <a:rPr sz="1300" b="1" i="0" dirty="0">
                <a:solidFill>
                  <a:srgbClr val="F6641C"/>
                </a:solidFill>
                <a:latin typeface="Arial"/>
              </a:rPr>
              <a:t>, </a:t>
            </a:r>
            <a:r>
              <a:rPr sz="1300" b="1" i="0" dirty="0" err="1">
                <a:solidFill>
                  <a:srgbClr val="F6641C"/>
                </a:solidFill>
                <a:latin typeface="Arial"/>
              </a:rPr>
              <a:t>pero</a:t>
            </a:r>
            <a:r>
              <a:rPr sz="1300" b="1" i="0" dirty="0">
                <a:solidFill>
                  <a:srgbClr val="F6641C"/>
                </a:solidFill>
                <a:latin typeface="Arial"/>
              </a:rPr>
              <a:t> la </a:t>
            </a:r>
            <a:r>
              <a:rPr sz="1300" b="1" i="0" dirty="0" err="1">
                <a:solidFill>
                  <a:srgbClr val="F6641C"/>
                </a:solidFill>
                <a:latin typeface="Arial"/>
              </a:rPr>
              <a:t>ontología</a:t>
            </a:r>
            <a:r>
              <a:rPr sz="1300" b="1" i="0" dirty="0">
                <a:solidFill>
                  <a:srgbClr val="F6641C"/>
                </a:solidFill>
                <a:latin typeface="Arial"/>
              </a:rPr>
              <a:t> </a:t>
            </a:r>
            <a:r>
              <a:rPr sz="1300" b="1" i="0" dirty="0" err="1">
                <a:solidFill>
                  <a:srgbClr val="F6641C"/>
                </a:solidFill>
                <a:latin typeface="Arial"/>
              </a:rPr>
              <a:t>consolidada</a:t>
            </a:r>
            <a:r>
              <a:rPr sz="1300" b="1" i="0" dirty="0">
                <a:solidFill>
                  <a:srgbClr val="F6641C"/>
                </a:solidFill>
                <a:latin typeface="Arial"/>
              </a:rPr>
              <a:t> </a:t>
            </a:r>
            <a:r>
              <a:rPr sz="1300" b="1" i="0" dirty="0" err="1">
                <a:solidFill>
                  <a:srgbClr val="F6641C"/>
                </a:solidFill>
                <a:latin typeface="Arial"/>
              </a:rPr>
              <a:t>aún</a:t>
            </a:r>
            <a:r>
              <a:rPr sz="1300" b="1" i="0" dirty="0">
                <a:solidFill>
                  <a:srgbClr val="F6641C"/>
                </a:solidFill>
                <a:latin typeface="Arial"/>
              </a:rPr>
              <a:t> </a:t>
            </a:r>
            <a:r>
              <a:rPr sz="1300" b="1" i="0" dirty="0" err="1">
                <a:solidFill>
                  <a:srgbClr val="F6641C"/>
                </a:solidFill>
                <a:latin typeface="Arial"/>
              </a:rPr>
              <a:t>está</a:t>
            </a:r>
            <a:r>
              <a:rPr sz="1300" b="1" i="0" dirty="0">
                <a:solidFill>
                  <a:srgbClr val="F6641C"/>
                </a:solidFill>
                <a:latin typeface="Arial"/>
              </a:rPr>
              <a:t> </a:t>
            </a:r>
            <a:r>
              <a:rPr sz="1300" b="1" i="0" dirty="0" err="1">
                <a:solidFill>
                  <a:srgbClr val="F6641C"/>
                </a:solidFill>
                <a:latin typeface="Arial"/>
              </a:rPr>
              <a:t>en</a:t>
            </a:r>
            <a:r>
              <a:rPr sz="1300" b="1" i="0" dirty="0">
                <a:solidFill>
                  <a:srgbClr val="F6641C"/>
                </a:solidFill>
                <a:latin typeface="Arial"/>
              </a:rPr>
              <a:t> </a:t>
            </a:r>
            <a:r>
              <a:rPr sz="1300" b="1" i="0" dirty="0" err="1">
                <a:solidFill>
                  <a:srgbClr val="F6641C"/>
                </a:solidFill>
                <a:latin typeface="Arial"/>
              </a:rPr>
              <a:t>construcción</a:t>
            </a:r>
            <a:endParaRPr sz="1300" b="1" i="0" dirty="0">
              <a:solidFill>
                <a:srgbClr val="F6641C"/>
              </a:solidFill>
              <a:latin typeface="Arial"/>
            </a:endParaRPr>
          </a:p>
        </p:txBody>
      </p:sp>
      <p:sp>
        <p:nvSpPr>
          <p:cNvPr id="50"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Fuentes: </a:t>
            </a:r>
            <a:r>
              <a:rPr sz="1100" b="0" i="0" dirty="0" err="1">
                <a:solidFill>
                  <a:srgbClr val="464646"/>
                </a:solidFill>
                <a:latin typeface="Arial"/>
                <a:hlinkClick r:id="rId3"/>
              </a:rPr>
              <a:t>estructura</a:t>
            </a:r>
            <a:r>
              <a:rPr sz="1100" b="0" i="0" dirty="0">
                <a:solidFill>
                  <a:srgbClr val="464646"/>
                </a:solidFill>
                <a:latin typeface="Arial"/>
                <a:hlinkClick r:id="rId3"/>
              </a:rPr>
              <a:t> </a:t>
            </a:r>
            <a:r>
              <a:rPr sz="1100" b="0" i="0" dirty="0" err="1">
                <a:solidFill>
                  <a:srgbClr val="464646"/>
                </a:solidFill>
                <a:latin typeface="Arial"/>
                <a:hlinkClick r:id="rId3"/>
              </a:rPr>
              <a:t>row_data</a:t>
            </a:r>
            <a:r>
              <a:rPr sz="1100" b="0" i="0" dirty="0">
                <a:solidFill>
                  <a:srgbClr val="464646"/>
                </a:solidFill>
                <a:latin typeface="Arial"/>
                <a:hlinkClick r:id="rId3"/>
              </a:rPr>
              <a:t>/corpus y </a:t>
            </a:r>
            <a:r>
              <a:rPr sz="1100" b="0" i="0" dirty="0" err="1">
                <a:solidFill>
                  <a:srgbClr val="464646"/>
                </a:solidFill>
                <a:latin typeface="Arial"/>
                <a:hlinkClick r:id="rId3"/>
              </a:rPr>
              <a:t>carpetas</a:t>
            </a:r>
            <a:r>
              <a:rPr sz="1100" b="0" i="0" dirty="0">
                <a:solidFill>
                  <a:srgbClr val="464646"/>
                </a:solidFill>
                <a:latin typeface="Arial"/>
                <a:hlinkClick r:id="rId3"/>
              </a:rPr>
              <a:t> ALC </a:t>
            </a:r>
            <a:r>
              <a:rPr sz="1100" b="0" i="0" dirty="0" err="1">
                <a:solidFill>
                  <a:srgbClr val="464646"/>
                </a:solidFill>
                <a:latin typeface="Arial"/>
                <a:hlinkClick r:id="rId3"/>
              </a:rPr>
              <a:t>por</a:t>
            </a:r>
            <a:r>
              <a:rPr sz="1100" b="0" i="0" dirty="0">
                <a:solidFill>
                  <a:srgbClr val="464646"/>
                </a:solidFill>
                <a:latin typeface="Arial"/>
                <a:hlinkClick r:id="rId3"/>
              </a:rPr>
              <a:t> LLM </a:t>
            </a:r>
            <a:r>
              <a:rPr sz="1100" b="0" i="0" dirty="0" err="1">
                <a:solidFill>
                  <a:srgbClr val="464646"/>
                </a:solidFill>
                <a:latin typeface="Arial"/>
                <a:hlinkClick r:id="rId3"/>
              </a:rPr>
              <a:t>en</a:t>
            </a:r>
            <a:r>
              <a:rPr sz="1100" b="0" i="0" dirty="0">
                <a:solidFill>
                  <a:srgbClr val="464646"/>
                </a:solidFill>
                <a:latin typeface="Arial"/>
                <a:hlinkClick r:id="rId3"/>
              </a:rPr>
              <a:t> </a:t>
            </a:r>
            <a:r>
              <a:rPr sz="1100" b="0" i="0" dirty="0" err="1">
                <a:solidFill>
                  <a:srgbClr val="464646"/>
                </a:solidFill>
                <a:latin typeface="Arial"/>
                <a:hlinkClick r:id="rId3"/>
              </a:rPr>
              <a:t>el</a:t>
            </a:r>
            <a:r>
              <a:rPr sz="1100" b="0" i="0" dirty="0">
                <a:solidFill>
                  <a:srgbClr val="464646"/>
                </a:solidFill>
                <a:latin typeface="Arial"/>
                <a:hlinkClick r:id="rId3"/>
              </a:rPr>
              <a:t> </a:t>
            </a:r>
            <a:r>
              <a:rPr sz="1100" b="0" i="0" dirty="0" err="1">
                <a:solidFill>
                  <a:srgbClr val="464646"/>
                </a:solidFill>
                <a:latin typeface="Arial"/>
                <a:hlinkClick r:id="rId3"/>
              </a:rPr>
              <a:t>repositorio</a:t>
            </a:r>
            <a:r>
              <a:rPr sz="1100" b="0" i="0" dirty="0">
                <a:solidFill>
                  <a:srgbClr val="464646"/>
                </a:solidFill>
                <a:latin typeface="Arial"/>
                <a:hlinkClick r:id="rId3"/>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836612" y="832681"/>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Ejemplos</a:t>
            </a:r>
            <a:r>
              <a:rPr lang="es-ES" dirty="0">
                <a:solidFill>
                  <a:srgbClr val="4949EE"/>
                </a:solidFill>
                <a:latin typeface="Arial"/>
              </a:rPr>
              <a:t> -&gt;</a:t>
            </a:r>
            <a:r>
              <a:rPr b="0" i="0" dirty="0">
                <a:solidFill>
                  <a:srgbClr val="4949EE"/>
                </a:solidFill>
                <a:latin typeface="Arial"/>
              </a:rPr>
              <a:t> </a:t>
            </a:r>
            <a:r>
              <a:rPr b="0" i="0" dirty="0" err="1">
                <a:solidFill>
                  <a:srgbClr val="4949EE"/>
                </a:solidFill>
                <a:latin typeface="Arial"/>
              </a:rPr>
              <a:t>preguntas</a:t>
            </a:r>
            <a:r>
              <a:rPr b="0" i="0" dirty="0">
                <a:solidFill>
                  <a:srgbClr val="4949EE"/>
                </a:solidFill>
                <a:latin typeface="Arial"/>
              </a:rPr>
              <a:t> y </a:t>
            </a:r>
            <a:r>
              <a:rPr b="0" i="0" dirty="0" err="1">
                <a:solidFill>
                  <a:srgbClr val="4949EE"/>
                </a:solidFill>
                <a:latin typeface="Arial"/>
              </a:rPr>
              <a:t>triadas</a:t>
            </a:r>
            <a:r>
              <a:rPr b="0" i="0" dirty="0">
                <a:solidFill>
                  <a:srgbClr val="4949EE"/>
                </a:solidFill>
                <a:latin typeface="Arial"/>
              </a:rPr>
              <a:t> </a:t>
            </a:r>
            <a:r>
              <a:rPr b="0" i="0" dirty="0" err="1">
                <a:solidFill>
                  <a:srgbClr val="4949EE"/>
                </a:solidFill>
                <a:latin typeface="Arial"/>
              </a:rPr>
              <a:t>candidatas</a:t>
            </a:r>
            <a:endParaRPr b="0" i="0" dirty="0">
              <a:solidFill>
                <a:srgbClr val="4949EE"/>
              </a:solidFill>
              <a:latin typeface="Arial"/>
            </a:endParaRPr>
          </a:p>
        </p:txBody>
      </p:sp>
      <p:sp>
        <p:nvSpPr>
          <p:cNvPr id="7" name="Pregunta ALC-01"/>
          <p:cNvSpPr/>
          <p:nvPr/>
        </p:nvSpPr>
        <p:spPr>
          <a:xfrm>
            <a:off x="777240" y="1600199"/>
            <a:ext cx="5349240" cy="1679781"/>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8" name="Pregunta ALC-01_strip"/>
          <p:cNvSpPr/>
          <p:nvPr/>
        </p:nvSpPr>
        <p:spPr>
          <a:xfrm>
            <a:off x="777240" y="1600200"/>
            <a:ext cx="534924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9" name="Pregunta ALC-01_title"/>
          <p:cNvSpPr txBox="1"/>
          <p:nvPr/>
        </p:nvSpPr>
        <p:spPr>
          <a:xfrm>
            <a:off x="896112" y="1673352"/>
            <a:ext cx="5120640" cy="233910"/>
          </a:xfrm>
          <a:prstGeom prst="rect">
            <a:avLst/>
          </a:prstGeom>
          <a:noFill/>
        </p:spPr>
        <p:txBody>
          <a:bodyPr wrap="square" lIns="18288" tIns="9144" rIns="18288" bIns="9144" anchor="t">
            <a:spAutoFit/>
          </a:bodyPr>
          <a:lstStyle/>
          <a:p>
            <a:pPr algn="l">
              <a:defRPr/>
            </a:pPr>
            <a:r>
              <a:rPr sz="1400" b="1" i="0">
                <a:solidFill>
                  <a:srgbClr val="FFFFFF"/>
                </a:solidFill>
                <a:latin typeface="Arial"/>
              </a:rPr>
              <a:t>Pregunta ALC-01</a:t>
            </a:r>
          </a:p>
        </p:txBody>
      </p:sp>
      <p:sp>
        <p:nvSpPr>
          <p:cNvPr id="10" name="Pregunta ALC-01_body"/>
          <p:cNvSpPr txBox="1"/>
          <p:nvPr/>
        </p:nvSpPr>
        <p:spPr>
          <a:xfrm>
            <a:off x="941832" y="2039112"/>
            <a:ext cx="5029200" cy="664797"/>
          </a:xfrm>
          <a:prstGeom prst="rect">
            <a:avLst/>
          </a:prstGeom>
          <a:noFill/>
        </p:spPr>
        <p:txBody>
          <a:bodyPr wrap="square" lIns="18288" tIns="9144" rIns="18288" bIns="9144" anchor="t">
            <a:spAutoFit/>
          </a:bodyPr>
          <a:lstStyle/>
          <a:p>
            <a:pPr algn="l">
              <a:defRPr/>
            </a:pPr>
            <a:r>
              <a:rPr sz="1400" b="0" i="0" dirty="0">
                <a:solidFill>
                  <a:srgbClr val="232323"/>
                </a:solidFill>
                <a:latin typeface="Arial"/>
              </a:rPr>
              <a:t>¿</a:t>
            </a:r>
            <a:r>
              <a:rPr sz="1400" b="0" i="0" dirty="0" err="1">
                <a:solidFill>
                  <a:srgbClr val="232323"/>
                </a:solidFill>
                <a:latin typeface="Arial"/>
              </a:rPr>
              <a:t>Qué</a:t>
            </a:r>
            <a:r>
              <a:rPr sz="1400" b="0" i="0" dirty="0">
                <a:solidFill>
                  <a:srgbClr val="232323"/>
                </a:solidFill>
                <a:latin typeface="Arial"/>
              </a:rPr>
              <a:t> se </a:t>
            </a:r>
            <a:r>
              <a:rPr sz="1400" b="0" i="0" dirty="0" err="1">
                <a:solidFill>
                  <a:srgbClr val="232323"/>
                </a:solidFill>
                <a:latin typeface="Arial"/>
              </a:rPr>
              <a:t>entiende</a:t>
            </a:r>
            <a:r>
              <a:rPr sz="1400" b="0" i="0" dirty="0">
                <a:solidFill>
                  <a:srgbClr val="232323"/>
                </a:solidFill>
                <a:latin typeface="Arial"/>
              </a:rPr>
              <a:t> </a:t>
            </a:r>
            <a:r>
              <a:rPr sz="1400" b="0" i="0" dirty="0" err="1">
                <a:solidFill>
                  <a:srgbClr val="232323"/>
                </a:solidFill>
                <a:latin typeface="Arial"/>
              </a:rPr>
              <a:t>por</a:t>
            </a:r>
            <a:r>
              <a:rPr sz="1400" b="0" i="0" dirty="0">
                <a:solidFill>
                  <a:srgbClr val="232323"/>
                </a:solidFill>
                <a:latin typeface="Arial"/>
              </a:rPr>
              <a:t> </a:t>
            </a:r>
            <a:r>
              <a:rPr sz="1400" b="0" i="0" dirty="0" err="1">
                <a:solidFill>
                  <a:srgbClr val="232323"/>
                </a:solidFill>
                <a:latin typeface="Arial"/>
              </a:rPr>
              <a:t>biorreactor</a:t>
            </a:r>
            <a:r>
              <a:rPr sz="1400" b="0" i="0" dirty="0">
                <a:solidFill>
                  <a:srgbClr val="232323"/>
                </a:solidFill>
                <a:latin typeface="Arial"/>
              </a:rPr>
              <a:t> </a:t>
            </a:r>
            <a:r>
              <a:rPr sz="1400" b="0" i="0" dirty="0" err="1">
                <a:solidFill>
                  <a:srgbClr val="232323"/>
                </a:solidFill>
                <a:latin typeface="Arial"/>
              </a:rPr>
              <a:t>dentro</a:t>
            </a:r>
            <a:r>
              <a:rPr sz="1400" b="0" i="0" dirty="0">
                <a:solidFill>
                  <a:srgbClr val="232323"/>
                </a:solidFill>
                <a:latin typeface="Arial"/>
              </a:rPr>
              <a:t> del </a:t>
            </a:r>
            <a:r>
              <a:rPr sz="1400" b="0" i="0" dirty="0" err="1">
                <a:solidFill>
                  <a:srgbClr val="232323"/>
                </a:solidFill>
                <a:latin typeface="Arial"/>
              </a:rPr>
              <a:t>proyecto</a:t>
            </a:r>
            <a:r>
              <a:rPr sz="1400" b="0" i="0" dirty="0">
                <a:solidFill>
                  <a:srgbClr val="232323"/>
                </a:solidFill>
                <a:latin typeface="Arial"/>
              </a:rPr>
              <a:t>?
</a:t>
            </a:r>
            <a:r>
              <a:rPr sz="1400" b="0" i="0" dirty="0" err="1">
                <a:solidFill>
                  <a:srgbClr val="232323"/>
                </a:solidFill>
                <a:latin typeface="Arial"/>
              </a:rPr>
              <a:t>Evidencia</a:t>
            </a:r>
            <a:r>
              <a:rPr sz="1400" b="0" i="0" dirty="0">
                <a:solidFill>
                  <a:srgbClr val="232323"/>
                </a:solidFill>
                <a:latin typeface="Arial"/>
              </a:rPr>
              <a:t>: </a:t>
            </a:r>
            <a:r>
              <a:rPr sz="1400" b="0" i="0" dirty="0" err="1">
                <a:solidFill>
                  <a:srgbClr val="232323"/>
                </a:solidFill>
                <a:latin typeface="Arial"/>
              </a:rPr>
              <a:t>BioLector</a:t>
            </a:r>
            <a:r>
              <a:rPr sz="1400" b="0" i="0" dirty="0">
                <a:solidFill>
                  <a:srgbClr val="232323"/>
                </a:solidFill>
                <a:latin typeface="Arial"/>
              </a:rPr>
              <a:t> XT, </a:t>
            </a:r>
            <a:r>
              <a:rPr sz="1400" b="0" i="0" dirty="0" err="1">
                <a:solidFill>
                  <a:srgbClr val="232323"/>
                </a:solidFill>
                <a:latin typeface="Arial"/>
              </a:rPr>
              <a:t>Biostat</a:t>
            </a:r>
            <a:r>
              <a:rPr sz="1400" b="0" i="0" dirty="0">
                <a:solidFill>
                  <a:srgbClr val="232323"/>
                </a:solidFill>
                <a:latin typeface="Arial"/>
              </a:rPr>
              <a:t> B y </a:t>
            </a:r>
            <a:r>
              <a:rPr sz="1400" b="0" i="0" dirty="0" err="1">
                <a:solidFill>
                  <a:srgbClr val="232323"/>
                </a:solidFill>
                <a:latin typeface="Arial"/>
              </a:rPr>
              <a:t>UniVessel</a:t>
            </a:r>
            <a:r>
              <a:rPr sz="1400" b="0" i="0" dirty="0">
                <a:solidFill>
                  <a:srgbClr val="232323"/>
                </a:solidFill>
                <a:latin typeface="Arial"/>
              </a:rPr>
              <a:t> Glass con </a:t>
            </a:r>
            <a:r>
              <a:rPr sz="1400" b="0" i="0" dirty="0" err="1">
                <a:solidFill>
                  <a:srgbClr val="232323"/>
                </a:solidFill>
                <a:latin typeface="Arial"/>
              </a:rPr>
              <a:t>referencias</a:t>
            </a:r>
            <a:r>
              <a:rPr sz="1400" b="0" i="0" dirty="0">
                <a:solidFill>
                  <a:srgbClr val="232323"/>
                </a:solidFill>
                <a:latin typeface="Arial"/>
              </a:rPr>
              <a:t> a SRC-004 p.2 y SRC-005 p.8.</a:t>
            </a:r>
          </a:p>
        </p:txBody>
      </p:sp>
      <p:sp>
        <p:nvSpPr>
          <p:cNvPr id="12" name="Triada candidata 1"/>
          <p:cNvSpPr/>
          <p:nvPr/>
        </p:nvSpPr>
        <p:spPr>
          <a:xfrm>
            <a:off x="6446520" y="1600200"/>
            <a:ext cx="4800600" cy="1666924"/>
          </a:xfrm>
          <a:prstGeom prst="roundRect">
            <a:avLst/>
          </a:prstGeom>
          <a:solidFill>
            <a:srgbClr val="E8F8EA"/>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3" name="Triada candidata 1_strip"/>
          <p:cNvSpPr/>
          <p:nvPr/>
        </p:nvSpPr>
        <p:spPr>
          <a:xfrm>
            <a:off x="6446520" y="1600200"/>
            <a:ext cx="4800600" cy="320040"/>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4" name="Triada candidata 1_title"/>
          <p:cNvSpPr txBox="1"/>
          <p:nvPr/>
        </p:nvSpPr>
        <p:spPr>
          <a:xfrm>
            <a:off x="6565392" y="1673352"/>
            <a:ext cx="4572000" cy="233910"/>
          </a:xfrm>
          <a:prstGeom prst="rect">
            <a:avLst/>
          </a:prstGeom>
          <a:noFill/>
        </p:spPr>
        <p:txBody>
          <a:bodyPr wrap="square" lIns="18288" tIns="9144" rIns="18288" bIns="9144" anchor="t">
            <a:spAutoFit/>
          </a:bodyPr>
          <a:lstStyle/>
          <a:p>
            <a:pPr algn="l">
              <a:defRPr/>
            </a:pPr>
            <a:r>
              <a:rPr sz="1400" b="1" i="0">
                <a:solidFill>
                  <a:srgbClr val="FFFFFF"/>
                </a:solidFill>
                <a:latin typeface="Arial"/>
              </a:rPr>
              <a:t>Triada candidata 1</a:t>
            </a:r>
          </a:p>
        </p:txBody>
      </p:sp>
      <p:sp>
        <p:nvSpPr>
          <p:cNvPr id="15" name="Triada candidata 1_body"/>
          <p:cNvSpPr txBox="1"/>
          <p:nvPr/>
        </p:nvSpPr>
        <p:spPr>
          <a:xfrm>
            <a:off x="6611112" y="2039112"/>
            <a:ext cx="4480560" cy="664797"/>
          </a:xfrm>
          <a:prstGeom prst="rect">
            <a:avLst/>
          </a:prstGeom>
          <a:noFill/>
        </p:spPr>
        <p:txBody>
          <a:bodyPr wrap="square" lIns="18288" tIns="9144" rIns="18288" bIns="9144" anchor="t">
            <a:spAutoFit/>
          </a:bodyPr>
          <a:lstStyle/>
          <a:p>
            <a:pPr algn="l">
              <a:defRPr/>
            </a:pPr>
            <a:r>
              <a:rPr sz="1400" b="0" i="0">
                <a:solidFill>
                  <a:srgbClr val="232323"/>
                </a:solidFill>
                <a:latin typeface="Arial"/>
              </a:rPr>
              <a:t>UnivesselGlass → hasAvailableWorkingVolume → "5 L" / "10 L"
Fuente: UniVessel® Glass, p.8. Estado: explícita.</a:t>
            </a:r>
          </a:p>
        </p:txBody>
      </p:sp>
      <p:sp>
        <p:nvSpPr>
          <p:cNvPr id="17" name="Triada candidata 2"/>
          <p:cNvSpPr/>
          <p:nvPr/>
        </p:nvSpPr>
        <p:spPr>
          <a:xfrm>
            <a:off x="777240" y="3520440"/>
            <a:ext cx="5349240" cy="1562506"/>
          </a:xfrm>
          <a:prstGeom prst="roundRect">
            <a:avLst/>
          </a:prstGeom>
          <a:solidFill>
            <a:srgbClr val="FFF4EC"/>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8" name="Triada candidata 2_strip"/>
          <p:cNvSpPr/>
          <p:nvPr/>
        </p:nvSpPr>
        <p:spPr>
          <a:xfrm>
            <a:off x="777240" y="3520440"/>
            <a:ext cx="5349240" cy="320040"/>
          </a:xfrm>
          <a:prstGeom prst="roundRect">
            <a:avLst/>
          </a:prstGeom>
          <a:solidFill>
            <a:srgbClr val="F66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19" name="Triada candidata 2_title"/>
          <p:cNvSpPr txBox="1"/>
          <p:nvPr/>
        </p:nvSpPr>
        <p:spPr>
          <a:xfrm>
            <a:off x="896112" y="3593592"/>
            <a:ext cx="5120640" cy="233910"/>
          </a:xfrm>
          <a:prstGeom prst="rect">
            <a:avLst/>
          </a:prstGeom>
          <a:noFill/>
        </p:spPr>
        <p:txBody>
          <a:bodyPr wrap="square" lIns="18288" tIns="9144" rIns="18288" bIns="9144" anchor="t">
            <a:spAutoFit/>
          </a:bodyPr>
          <a:lstStyle/>
          <a:p>
            <a:pPr algn="l">
              <a:defRPr/>
            </a:pPr>
            <a:r>
              <a:rPr sz="1400" b="1" i="0">
                <a:solidFill>
                  <a:srgbClr val="FFFFFF"/>
                </a:solidFill>
                <a:latin typeface="Arial"/>
              </a:rPr>
              <a:t>Triada candidata 2</a:t>
            </a:r>
          </a:p>
        </p:txBody>
      </p:sp>
      <p:sp>
        <p:nvSpPr>
          <p:cNvPr id="20" name="Triada candidata 2_body"/>
          <p:cNvSpPr txBox="1"/>
          <p:nvPr/>
        </p:nvSpPr>
        <p:spPr>
          <a:xfrm>
            <a:off x="941832" y="3959352"/>
            <a:ext cx="5029200" cy="664797"/>
          </a:xfrm>
          <a:prstGeom prst="rect">
            <a:avLst/>
          </a:prstGeom>
          <a:noFill/>
        </p:spPr>
        <p:txBody>
          <a:bodyPr wrap="square" lIns="18288" tIns="9144" rIns="18288" bIns="9144" anchor="t">
            <a:spAutoFit/>
          </a:bodyPr>
          <a:lstStyle/>
          <a:p>
            <a:pPr algn="l">
              <a:defRPr/>
            </a:pPr>
            <a:r>
              <a:rPr sz="1400" b="0" i="0">
                <a:solidFill>
                  <a:srgbClr val="232323"/>
                </a:solidFill>
                <a:latin typeface="Arial"/>
              </a:rPr>
              <a:t>BiostatB → regulatesParameter → pH / DO / StirrerSpeed
Evidencia: “Control temperature, pH, DO, stirrer speed”. Fuente: Biostat® B, p.22.</a:t>
            </a:r>
          </a:p>
        </p:txBody>
      </p:sp>
      <p:sp>
        <p:nvSpPr>
          <p:cNvPr id="22" name="Triada candidata 3"/>
          <p:cNvSpPr/>
          <p:nvPr/>
        </p:nvSpPr>
        <p:spPr>
          <a:xfrm>
            <a:off x="6446520" y="3520440"/>
            <a:ext cx="4800600" cy="1575484"/>
          </a:xfrm>
          <a:prstGeom prst="roundRect">
            <a:avLst/>
          </a:prstGeom>
          <a:solidFill>
            <a:srgbClr val="E8E8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3" name="Triada candidata 3_strip"/>
          <p:cNvSpPr/>
          <p:nvPr/>
        </p:nvSpPr>
        <p:spPr>
          <a:xfrm>
            <a:off x="6446520" y="3520440"/>
            <a:ext cx="480060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400"/>
          </a:p>
        </p:txBody>
      </p:sp>
      <p:sp>
        <p:nvSpPr>
          <p:cNvPr id="24" name="Triada candidata 3_title"/>
          <p:cNvSpPr txBox="1"/>
          <p:nvPr/>
        </p:nvSpPr>
        <p:spPr>
          <a:xfrm>
            <a:off x="6565392" y="3593592"/>
            <a:ext cx="4572000" cy="233910"/>
          </a:xfrm>
          <a:prstGeom prst="rect">
            <a:avLst/>
          </a:prstGeom>
          <a:noFill/>
        </p:spPr>
        <p:txBody>
          <a:bodyPr wrap="square" lIns="18288" tIns="9144" rIns="18288" bIns="9144" anchor="t">
            <a:spAutoFit/>
          </a:bodyPr>
          <a:lstStyle/>
          <a:p>
            <a:pPr algn="l">
              <a:defRPr/>
            </a:pPr>
            <a:r>
              <a:rPr sz="1400" b="1" i="0">
                <a:solidFill>
                  <a:srgbClr val="FFFFFF"/>
                </a:solidFill>
                <a:latin typeface="Arial"/>
              </a:rPr>
              <a:t>Triada candidata 3</a:t>
            </a:r>
          </a:p>
        </p:txBody>
      </p:sp>
      <p:sp>
        <p:nvSpPr>
          <p:cNvPr id="25" name="Triada candidata 3_body"/>
          <p:cNvSpPr txBox="1"/>
          <p:nvPr/>
        </p:nvSpPr>
        <p:spPr>
          <a:xfrm>
            <a:off x="6611112" y="3959352"/>
            <a:ext cx="4480560" cy="886968"/>
          </a:xfrm>
          <a:prstGeom prst="rect">
            <a:avLst/>
          </a:prstGeom>
          <a:noFill/>
        </p:spPr>
        <p:txBody>
          <a:bodyPr wrap="square" lIns="18288" tIns="9144" rIns="18288" bIns="9144" anchor="t">
            <a:spAutoFit/>
          </a:bodyPr>
          <a:lstStyle/>
          <a:p>
            <a:pPr algn="l">
              <a:defRPr/>
            </a:pPr>
            <a:r>
              <a:rPr sz="1400" b="0" i="0">
                <a:solidFill>
                  <a:srgbClr val="232323"/>
                </a:solidFill>
                <a:latin typeface="Arial"/>
              </a:rPr>
              <a:t>BioLectorXT → monitorsVariable → Biomass / pH / DO / Fluorescence
Evidencia: monitoreo en línea registrado en SRC-003, páginas 1–3. Estado: soportada.</a:t>
            </a:r>
          </a:p>
        </p:txBody>
      </p:sp>
      <p:sp>
        <p:nvSpPr>
          <p:cNvPr id="27" name="Trazabilidad mínima conservada: pregunta/triada · evidencia · fuente · página/ubicación · estado"/>
          <p:cNvSpPr/>
          <p:nvPr/>
        </p:nvSpPr>
        <p:spPr>
          <a:xfrm>
            <a:off x="1417320" y="5486400"/>
            <a:ext cx="9281160" cy="384048"/>
          </a:xfrm>
          <a:prstGeom prst="roundRect">
            <a:avLst/>
          </a:prstGeom>
          <a:solidFill>
            <a:srgbClr val="E8E8FF"/>
          </a:solidFill>
          <a:ln w="1016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28" name="Trazabilidad mínima conservada: pregunta/triada · evidencia · fuente · página/ubicación · estado_txt"/>
          <p:cNvSpPr txBox="1"/>
          <p:nvPr/>
        </p:nvSpPr>
        <p:spPr>
          <a:xfrm>
            <a:off x="1472184" y="5554980"/>
            <a:ext cx="9171432" cy="310896"/>
          </a:xfrm>
          <a:prstGeom prst="rect">
            <a:avLst/>
          </a:prstGeom>
          <a:noFill/>
        </p:spPr>
        <p:txBody>
          <a:bodyPr wrap="square" lIns="18288" tIns="9144" rIns="18288" bIns="9144" anchor="t">
            <a:spAutoFit/>
          </a:bodyPr>
          <a:lstStyle/>
          <a:p>
            <a:pPr algn="ctr">
              <a:defRPr/>
            </a:pPr>
            <a:r>
              <a:rPr sz="1300" b="1" i="0">
                <a:solidFill>
                  <a:srgbClr val="4949EE"/>
                </a:solidFill>
                <a:latin typeface="Arial"/>
              </a:rPr>
              <a:t>Trazabilidad mínima conservada: pregunta/triada · evidencia · fuente · página/ubicación · estado</a:t>
            </a:r>
          </a:p>
        </p:txBody>
      </p:sp>
      <p:sp>
        <p:nvSpPr>
          <p:cNvPr id="29"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Fuentes: corpus.md ALC-01, ALC-04 y ALC-07; PDFs </a:t>
            </a:r>
            <a:r>
              <a:rPr sz="1100" b="0" i="0" dirty="0" err="1">
                <a:solidFill>
                  <a:srgbClr val="464646"/>
                </a:solidFill>
                <a:latin typeface="Arial"/>
                <a:hlinkClick r:id="rId3"/>
              </a:rPr>
              <a:t>enlazados</a:t>
            </a:r>
            <a:r>
              <a:rPr sz="1100" b="0" i="0" dirty="0">
                <a:solidFill>
                  <a:srgbClr val="464646"/>
                </a:solidFill>
                <a:latin typeface="Arial"/>
                <a:hlinkClick r:id="rId3"/>
              </a:rPr>
              <a:t> </a:t>
            </a:r>
            <a:r>
              <a:rPr sz="1100" b="0" i="0" dirty="0" err="1">
                <a:solidFill>
                  <a:srgbClr val="464646"/>
                </a:solidFill>
                <a:latin typeface="Arial"/>
                <a:hlinkClick r:id="rId3"/>
              </a:rPr>
              <a:t>cuando</a:t>
            </a:r>
            <a:r>
              <a:rPr sz="1100" b="0" i="0" dirty="0">
                <a:solidFill>
                  <a:srgbClr val="464646"/>
                </a:solidFill>
                <a:latin typeface="Arial"/>
                <a:hlinkClick r:id="rId3"/>
              </a:rPr>
              <a:t> la URL </a:t>
            </a:r>
            <a:r>
              <a:rPr sz="1100" b="0" i="0" dirty="0" err="1">
                <a:solidFill>
                  <a:srgbClr val="464646"/>
                </a:solidFill>
                <a:latin typeface="Arial"/>
                <a:hlinkClick r:id="rId3"/>
              </a:rPr>
              <a:t>fuente</a:t>
            </a:r>
            <a:r>
              <a:rPr sz="1100" b="0" i="0" dirty="0">
                <a:solidFill>
                  <a:srgbClr val="464646"/>
                </a:solidFill>
                <a:latin typeface="Arial"/>
                <a:hlinkClick r:id="rId3"/>
              </a:rPr>
              <a:t> </a:t>
            </a:r>
            <a:r>
              <a:rPr sz="1100" b="0" i="0" dirty="0" err="1">
                <a:solidFill>
                  <a:srgbClr val="464646"/>
                </a:solidFill>
                <a:latin typeface="Arial"/>
                <a:hlinkClick r:id="rId3"/>
              </a:rPr>
              <a:t>está</a:t>
            </a:r>
            <a:r>
              <a:rPr sz="1100" b="0" i="0" dirty="0">
                <a:solidFill>
                  <a:srgbClr val="464646"/>
                </a:solidFill>
                <a:latin typeface="Arial"/>
                <a:hlinkClick r:id="rId3"/>
              </a:rPr>
              <a:t> </a:t>
            </a:r>
            <a:r>
              <a:rPr sz="1100" b="0" i="0" dirty="0" err="1">
                <a:solidFill>
                  <a:srgbClr val="464646"/>
                </a:solidFill>
                <a:latin typeface="Arial"/>
                <a:hlinkClick r:id="rId3"/>
              </a:rPr>
              <a:t>registrada</a:t>
            </a:r>
            <a:r>
              <a:rPr sz="1100" b="0" i="0" dirty="0">
                <a:solidFill>
                  <a:srgbClr val="464646"/>
                </a:solidFill>
                <a:latin typeface="Arial"/>
                <a:hlinkClick r:id="rId3"/>
              </a:rPr>
              <a:t> </a:t>
            </a:r>
            <a:r>
              <a:rPr sz="1100" b="0" i="0" dirty="0" err="1">
                <a:solidFill>
                  <a:srgbClr val="464646"/>
                </a:solidFill>
                <a:latin typeface="Arial"/>
                <a:hlinkClick r:id="rId3"/>
              </a:rPr>
              <a:t>en</a:t>
            </a:r>
            <a:r>
              <a:rPr sz="1100" b="0" i="0" dirty="0">
                <a:solidFill>
                  <a:srgbClr val="464646"/>
                </a:solidFill>
                <a:latin typeface="Arial"/>
                <a:hlinkClick r:id="rId3"/>
              </a:rPr>
              <a:t> </a:t>
            </a:r>
            <a:r>
              <a:rPr sz="1100" b="0" i="0" dirty="0" err="1">
                <a:solidFill>
                  <a:srgbClr val="464646"/>
                </a:solidFill>
                <a:latin typeface="Arial"/>
                <a:hlinkClick r:id="rId3"/>
              </a:rPr>
              <a:t>el</a:t>
            </a:r>
            <a:r>
              <a:rPr sz="1100" b="0" i="0" dirty="0">
                <a:solidFill>
                  <a:srgbClr val="464646"/>
                </a:solidFill>
                <a:latin typeface="Arial"/>
                <a:hlinkClick r:id="rId3"/>
              </a:rPr>
              <a:t> corpus.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987552" y="985566"/>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Limitaciones</a:t>
            </a:r>
            <a:r>
              <a:rPr b="0" i="0" dirty="0">
                <a:solidFill>
                  <a:srgbClr val="4949EE"/>
                </a:solidFill>
                <a:latin typeface="Arial"/>
              </a:rPr>
              <a:t> y </a:t>
            </a:r>
            <a:r>
              <a:rPr b="0" i="0" dirty="0" err="1">
                <a:solidFill>
                  <a:srgbClr val="4949EE"/>
                </a:solidFill>
                <a:latin typeface="Arial"/>
              </a:rPr>
              <a:t>riesgos</a:t>
            </a:r>
            <a:r>
              <a:rPr b="0" i="0" dirty="0">
                <a:solidFill>
                  <a:srgbClr val="4949EE"/>
                </a:solidFill>
                <a:latin typeface="Arial"/>
              </a:rPr>
              <a:t> </a:t>
            </a:r>
            <a:r>
              <a:rPr b="0" i="0" dirty="0" err="1">
                <a:solidFill>
                  <a:srgbClr val="4949EE"/>
                </a:solidFill>
                <a:latin typeface="Arial"/>
              </a:rPr>
              <a:t>metodológicos</a:t>
            </a:r>
            <a:endParaRPr b="0" i="0" dirty="0">
              <a:solidFill>
                <a:srgbClr val="4949EE"/>
              </a:solidFill>
              <a:latin typeface="Arial"/>
            </a:endParaRPr>
          </a:p>
        </p:txBody>
      </p:sp>
      <p:sp>
        <p:nvSpPr>
          <p:cNvPr id="6" name="Cobertura del corpus"/>
          <p:cNvSpPr/>
          <p:nvPr/>
        </p:nvSpPr>
        <p:spPr>
          <a:xfrm>
            <a:off x="822960" y="1810512"/>
            <a:ext cx="2971800" cy="1417320"/>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7" name="Cobertura del corpus_strip"/>
          <p:cNvSpPr/>
          <p:nvPr/>
        </p:nvSpPr>
        <p:spPr>
          <a:xfrm>
            <a:off x="822960" y="1810512"/>
            <a:ext cx="297180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8" name="Cobertura del corpus_title"/>
          <p:cNvSpPr txBox="1"/>
          <p:nvPr/>
        </p:nvSpPr>
        <p:spPr>
          <a:xfrm>
            <a:off x="941832" y="1883664"/>
            <a:ext cx="2743200" cy="264688"/>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Cobertura</a:t>
            </a:r>
            <a:r>
              <a:rPr sz="1600" b="1" i="0" dirty="0">
                <a:solidFill>
                  <a:srgbClr val="FFFFFF"/>
                </a:solidFill>
                <a:latin typeface="Arial"/>
              </a:rPr>
              <a:t> del corpus</a:t>
            </a:r>
          </a:p>
        </p:txBody>
      </p:sp>
      <p:sp>
        <p:nvSpPr>
          <p:cNvPr id="9" name="Cobertura del corpus_body"/>
          <p:cNvSpPr txBox="1"/>
          <p:nvPr/>
        </p:nvSpPr>
        <p:spPr>
          <a:xfrm>
            <a:off x="987552" y="2249424"/>
            <a:ext cx="2651760" cy="757130"/>
          </a:xfrm>
          <a:prstGeom prst="rect">
            <a:avLst/>
          </a:prstGeom>
          <a:noFill/>
        </p:spPr>
        <p:txBody>
          <a:bodyPr wrap="square" lIns="18288" tIns="9144" rIns="18288" bIns="9144" anchor="t">
            <a:spAutoFit/>
          </a:bodyPr>
          <a:lstStyle/>
          <a:p>
            <a:pPr algn="l">
              <a:defRPr/>
            </a:pPr>
            <a:r>
              <a:rPr sz="1600" b="0" i="0">
                <a:solidFill>
                  <a:srgbClr val="232323"/>
                </a:solidFill>
                <a:latin typeface="Arial"/>
              </a:rPr>
              <a:t>Puede dejar fuera documentos técnicos o SOPs relevantes.</a:t>
            </a:r>
          </a:p>
        </p:txBody>
      </p:sp>
      <p:sp>
        <p:nvSpPr>
          <p:cNvPr id="10" name="Calidad de evidencia"/>
          <p:cNvSpPr/>
          <p:nvPr/>
        </p:nvSpPr>
        <p:spPr>
          <a:xfrm>
            <a:off x="4389120" y="1810512"/>
            <a:ext cx="2971800" cy="1417320"/>
          </a:xfrm>
          <a:prstGeom prst="roundRect">
            <a:avLst/>
          </a:prstGeom>
          <a:solidFill>
            <a:srgbClr val="FFFFFF"/>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1" name="Calidad de evidencia_strip"/>
          <p:cNvSpPr/>
          <p:nvPr/>
        </p:nvSpPr>
        <p:spPr>
          <a:xfrm>
            <a:off x="4389120" y="1810512"/>
            <a:ext cx="2971800" cy="320040"/>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2" name="Calidad de evidencia_title"/>
          <p:cNvSpPr txBox="1"/>
          <p:nvPr/>
        </p:nvSpPr>
        <p:spPr>
          <a:xfrm>
            <a:off x="4507992" y="1883664"/>
            <a:ext cx="2743200" cy="264688"/>
          </a:xfrm>
          <a:prstGeom prst="rect">
            <a:avLst/>
          </a:prstGeom>
          <a:noFill/>
        </p:spPr>
        <p:txBody>
          <a:bodyPr wrap="square" lIns="18288" tIns="9144" rIns="18288" bIns="9144" anchor="t">
            <a:spAutoFit/>
          </a:bodyPr>
          <a:lstStyle/>
          <a:p>
            <a:pPr algn="ctr">
              <a:defRPr/>
            </a:pPr>
            <a:r>
              <a:rPr sz="1600" b="1" i="0" dirty="0">
                <a:solidFill>
                  <a:srgbClr val="FFFFFF"/>
                </a:solidFill>
                <a:latin typeface="Arial"/>
              </a:rPr>
              <a:t>Calidad de </a:t>
            </a:r>
            <a:r>
              <a:rPr sz="1600" b="1" i="0" dirty="0" err="1">
                <a:solidFill>
                  <a:srgbClr val="FFFFFF"/>
                </a:solidFill>
                <a:latin typeface="Arial"/>
              </a:rPr>
              <a:t>evidencia</a:t>
            </a:r>
            <a:endParaRPr sz="1600" b="1" i="0" dirty="0">
              <a:solidFill>
                <a:srgbClr val="FFFFFF"/>
              </a:solidFill>
              <a:latin typeface="Arial"/>
            </a:endParaRPr>
          </a:p>
        </p:txBody>
      </p:sp>
      <p:sp>
        <p:nvSpPr>
          <p:cNvPr id="13" name="Calidad de evidencia_body"/>
          <p:cNvSpPr txBox="1"/>
          <p:nvPr/>
        </p:nvSpPr>
        <p:spPr>
          <a:xfrm>
            <a:off x="4553712" y="2249424"/>
            <a:ext cx="2651760" cy="757130"/>
          </a:xfrm>
          <a:prstGeom prst="rect">
            <a:avLst/>
          </a:prstGeom>
          <a:noFill/>
        </p:spPr>
        <p:txBody>
          <a:bodyPr wrap="square" lIns="18288" tIns="9144" rIns="18288" bIns="9144" anchor="t">
            <a:spAutoFit/>
          </a:bodyPr>
          <a:lstStyle/>
          <a:p>
            <a:pPr algn="l">
              <a:defRPr/>
            </a:pPr>
            <a:r>
              <a:rPr sz="1600" b="0" i="0">
                <a:solidFill>
                  <a:srgbClr val="232323"/>
                </a:solidFill>
                <a:latin typeface="Arial"/>
              </a:rPr>
              <a:t>No toda afirmación tiene página o fragmento completo.</a:t>
            </a:r>
          </a:p>
        </p:txBody>
      </p:sp>
      <p:sp>
        <p:nvSpPr>
          <p:cNvPr id="14" name="Variabilidad entre LLMs"/>
          <p:cNvSpPr/>
          <p:nvPr/>
        </p:nvSpPr>
        <p:spPr>
          <a:xfrm>
            <a:off x="7955280" y="1810512"/>
            <a:ext cx="2971800" cy="1417320"/>
          </a:xfrm>
          <a:prstGeom prst="roundRect">
            <a:avLst/>
          </a:prstGeom>
          <a:solidFill>
            <a:srgbClr val="FFFFFF"/>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5" name="Variabilidad entre LLMs_strip"/>
          <p:cNvSpPr/>
          <p:nvPr/>
        </p:nvSpPr>
        <p:spPr>
          <a:xfrm>
            <a:off x="7955280" y="1810512"/>
            <a:ext cx="2971800" cy="320040"/>
          </a:xfrm>
          <a:prstGeom prst="roundRect">
            <a:avLst/>
          </a:prstGeom>
          <a:solidFill>
            <a:srgbClr val="F66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6" name="Variabilidad entre LLMs_title"/>
          <p:cNvSpPr txBox="1"/>
          <p:nvPr/>
        </p:nvSpPr>
        <p:spPr>
          <a:xfrm>
            <a:off x="8074152" y="1883664"/>
            <a:ext cx="2743200" cy="264688"/>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Variabilidad</a:t>
            </a:r>
            <a:r>
              <a:rPr sz="1600" b="1" i="0" dirty="0">
                <a:solidFill>
                  <a:srgbClr val="FFFFFF"/>
                </a:solidFill>
                <a:latin typeface="Arial"/>
              </a:rPr>
              <a:t> entre LLMs</a:t>
            </a:r>
          </a:p>
        </p:txBody>
      </p:sp>
      <p:sp>
        <p:nvSpPr>
          <p:cNvPr id="17" name="Variabilidad entre LLMs_body"/>
          <p:cNvSpPr txBox="1"/>
          <p:nvPr/>
        </p:nvSpPr>
        <p:spPr>
          <a:xfrm>
            <a:off x="8119872" y="2249424"/>
            <a:ext cx="2651760" cy="757130"/>
          </a:xfrm>
          <a:prstGeom prst="rect">
            <a:avLst/>
          </a:prstGeom>
          <a:noFill/>
        </p:spPr>
        <p:txBody>
          <a:bodyPr wrap="square" lIns="18288" tIns="9144" rIns="18288" bIns="9144" anchor="t">
            <a:spAutoFit/>
          </a:bodyPr>
          <a:lstStyle/>
          <a:p>
            <a:pPr algn="l">
              <a:defRPr/>
            </a:pPr>
            <a:r>
              <a:rPr sz="1600" b="0" i="0" dirty="0" err="1">
                <a:solidFill>
                  <a:srgbClr val="232323"/>
                </a:solidFill>
                <a:latin typeface="Arial"/>
              </a:rPr>
              <a:t>Modelos</a:t>
            </a:r>
            <a:r>
              <a:rPr sz="1600" b="0" i="0" dirty="0">
                <a:solidFill>
                  <a:srgbClr val="232323"/>
                </a:solidFill>
                <a:latin typeface="Arial"/>
              </a:rPr>
              <a:t> </a:t>
            </a:r>
            <a:r>
              <a:rPr sz="1600" b="0" i="0" dirty="0" err="1">
                <a:solidFill>
                  <a:srgbClr val="232323"/>
                </a:solidFill>
                <a:latin typeface="Arial"/>
              </a:rPr>
              <a:t>diferentes</a:t>
            </a:r>
            <a:r>
              <a:rPr sz="1600" b="0" i="0" dirty="0">
                <a:solidFill>
                  <a:srgbClr val="232323"/>
                </a:solidFill>
                <a:latin typeface="Arial"/>
              </a:rPr>
              <a:t> </a:t>
            </a:r>
            <a:r>
              <a:rPr sz="1600" b="0" i="0" dirty="0" err="1">
                <a:solidFill>
                  <a:srgbClr val="232323"/>
                </a:solidFill>
                <a:latin typeface="Arial"/>
              </a:rPr>
              <a:t>pueden</a:t>
            </a:r>
            <a:r>
              <a:rPr sz="1600" b="0" i="0" dirty="0">
                <a:solidFill>
                  <a:srgbClr val="232323"/>
                </a:solidFill>
                <a:latin typeface="Arial"/>
              </a:rPr>
              <a:t> </a:t>
            </a:r>
            <a:r>
              <a:rPr sz="1600" b="0" i="0" dirty="0" err="1">
                <a:solidFill>
                  <a:srgbClr val="232323"/>
                </a:solidFill>
                <a:latin typeface="Arial"/>
              </a:rPr>
              <a:t>proponer</a:t>
            </a:r>
            <a:r>
              <a:rPr sz="1600" b="0" i="0" dirty="0">
                <a:solidFill>
                  <a:srgbClr val="232323"/>
                </a:solidFill>
                <a:latin typeface="Arial"/>
              </a:rPr>
              <a:t> </a:t>
            </a:r>
            <a:r>
              <a:rPr sz="1600" b="0" i="0" dirty="0" err="1">
                <a:solidFill>
                  <a:srgbClr val="232323"/>
                </a:solidFill>
                <a:latin typeface="Arial"/>
              </a:rPr>
              <a:t>relaciones</a:t>
            </a:r>
            <a:r>
              <a:rPr sz="1600" b="0" i="0" dirty="0">
                <a:solidFill>
                  <a:srgbClr val="232323"/>
                </a:solidFill>
                <a:latin typeface="Arial"/>
              </a:rPr>
              <a:t> </a:t>
            </a:r>
            <a:r>
              <a:rPr sz="1600" b="0" i="0" dirty="0" err="1">
                <a:solidFill>
                  <a:srgbClr val="232323"/>
                </a:solidFill>
                <a:latin typeface="Arial"/>
              </a:rPr>
              <a:t>distintas</a:t>
            </a:r>
            <a:r>
              <a:rPr sz="1600" b="0" i="0" dirty="0">
                <a:solidFill>
                  <a:srgbClr val="232323"/>
                </a:solidFill>
                <a:latin typeface="Arial"/>
              </a:rPr>
              <a:t>.</a:t>
            </a:r>
          </a:p>
        </p:txBody>
      </p:sp>
      <p:sp>
        <p:nvSpPr>
          <p:cNvPr id="18" name="Alucinaciones"/>
          <p:cNvSpPr/>
          <p:nvPr/>
        </p:nvSpPr>
        <p:spPr>
          <a:xfrm>
            <a:off x="822960" y="3822192"/>
            <a:ext cx="2971800" cy="1417320"/>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9" name="Alucinaciones_strip"/>
          <p:cNvSpPr/>
          <p:nvPr/>
        </p:nvSpPr>
        <p:spPr>
          <a:xfrm>
            <a:off x="822960" y="3822192"/>
            <a:ext cx="297180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0" name="Alucinaciones_title"/>
          <p:cNvSpPr txBox="1"/>
          <p:nvPr/>
        </p:nvSpPr>
        <p:spPr>
          <a:xfrm>
            <a:off x="941832" y="3895344"/>
            <a:ext cx="2743200" cy="264688"/>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Alucinaciones</a:t>
            </a:r>
            <a:endParaRPr sz="1600" b="1" i="0" dirty="0">
              <a:solidFill>
                <a:srgbClr val="FFFFFF"/>
              </a:solidFill>
              <a:latin typeface="Arial"/>
            </a:endParaRPr>
          </a:p>
        </p:txBody>
      </p:sp>
      <p:sp>
        <p:nvSpPr>
          <p:cNvPr id="21" name="Alucinaciones_body"/>
          <p:cNvSpPr txBox="1"/>
          <p:nvPr/>
        </p:nvSpPr>
        <p:spPr>
          <a:xfrm>
            <a:off x="987552" y="4261104"/>
            <a:ext cx="2651760" cy="510909"/>
          </a:xfrm>
          <a:prstGeom prst="rect">
            <a:avLst/>
          </a:prstGeom>
          <a:noFill/>
        </p:spPr>
        <p:txBody>
          <a:bodyPr wrap="square" lIns="18288" tIns="9144" rIns="18288" bIns="9144" anchor="t">
            <a:spAutoFit/>
          </a:bodyPr>
          <a:lstStyle/>
          <a:p>
            <a:pPr algn="l">
              <a:defRPr/>
            </a:pPr>
            <a:r>
              <a:rPr sz="1600" b="0" i="0">
                <a:solidFill>
                  <a:srgbClr val="232323"/>
                </a:solidFill>
                <a:latin typeface="Arial"/>
              </a:rPr>
              <a:t>Se mitiga obligando a declarar lo no establecido.</a:t>
            </a:r>
          </a:p>
        </p:txBody>
      </p:sp>
      <p:sp>
        <p:nvSpPr>
          <p:cNvPr id="22" name="Heterogeneidad terminológica"/>
          <p:cNvSpPr/>
          <p:nvPr/>
        </p:nvSpPr>
        <p:spPr>
          <a:xfrm>
            <a:off x="4389120" y="3822192"/>
            <a:ext cx="2971800" cy="1417320"/>
          </a:xfrm>
          <a:prstGeom prst="roundRect">
            <a:avLst/>
          </a:prstGeom>
          <a:solidFill>
            <a:srgbClr val="FFFFFF"/>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3" name="Heterogeneidad terminológica_strip"/>
          <p:cNvSpPr/>
          <p:nvPr/>
        </p:nvSpPr>
        <p:spPr>
          <a:xfrm>
            <a:off x="4389120" y="3822192"/>
            <a:ext cx="2971800" cy="548132"/>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4" name="Heterogeneidad terminológica_title"/>
          <p:cNvSpPr txBox="1"/>
          <p:nvPr/>
        </p:nvSpPr>
        <p:spPr>
          <a:xfrm>
            <a:off x="4551847" y="3859415"/>
            <a:ext cx="2743200" cy="510909"/>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Heterogeneidad</a:t>
            </a:r>
            <a:r>
              <a:rPr sz="1600" b="1" i="0" dirty="0">
                <a:solidFill>
                  <a:srgbClr val="FFFFFF"/>
                </a:solidFill>
                <a:latin typeface="Arial"/>
              </a:rPr>
              <a:t> </a:t>
            </a:r>
            <a:r>
              <a:rPr sz="1600" b="1" i="0" dirty="0" err="1">
                <a:solidFill>
                  <a:srgbClr val="FFFFFF"/>
                </a:solidFill>
                <a:latin typeface="Arial"/>
              </a:rPr>
              <a:t>terminológica</a:t>
            </a:r>
            <a:endParaRPr sz="1600" b="1" i="0" dirty="0">
              <a:solidFill>
                <a:srgbClr val="FFFFFF"/>
              </a:solidFill>
              <a:latin typeface="Arial"/>
            </a:endParaRPr>
          </a:p>
        </p:txBody>
      </p:sp>
      <p:sp>
        <p:nvSpPr>
          <p:cNvPr id="25" name="Heterogeneidad terminológica_body"/>
          <p:cNvSpPr txBox="1"/>
          <p:nvPr/>
        </p:nvSpPr>
        <p:spPr>
          <a:xfrm>
            <a:off x="4643287" y="4426353"/>
            <a:ext cx="2651760" cy="757130"/>
          </a:xfrm>
          <a:prstGeom prst="rect">
            <a:avLst/>
          </a:prstGeom>
          <a:noFill/>
        </p:spPr>
        <p:txBody>
          <a:bodyPr wrap="square" lIns="18288" tIns="9144" rIns="18288" bIns="9144" anchor="t">
            <a:spAutoFit/>
          </a:bodyPr>
          <a:lstStyle/>
          <a:p>
            <a:pPr algn="l">
              <a:defRPr/>
            </a:pPr>
            <a:r>
              <a:rPr sz="1600" b="0" i="0" dirty="0">
                <a:solidFill>
                  <a:srgbClr val="232323"/>
                </a:solidFill>
                <a:latin typeface="Arial"/>
              </a:rPr>
              <a:t>pH, DO, </a:t>
            </a:r>
            <a:r>
              <a:rPr sz="1600" b="0" i="0" dirty="0" err="1">
                <a:solidFill>
                  <a:srgbClr val="232323"/>
                </a:solidFill>
                <a:latin typeface="Arial"/>
              </a:rPr>
              <a:t>optodos</a:t>
            </a:r>
            <a:r>
              <a:rPr sz="1600" b="0" i="0" dirty="0">
                <a:solidFill>
                  <a:srgbClr val="232323"/>
                </a:solidFill>
                <a:latin typeface="Arial"/>
              </a:rPr>
              <a:t>, control y </a:t>
            </a:r>
            <a:r>
              <a:rPr sz="1600" b="0" i="0" dirty="0" err="1">
                <a:solidFill>
                  <a:srgbClr val="232323"/>
                </a:solidFill>
                <a:latin typeface="Arial"/>
              </a:rPr>
              <a:t>monitoreo</a:t>
            </a:r>
            <a:r>
              <a:rPr sz="1600" b="0" i="0" dirty="0">
                <a:solidFill>
                  <a:srgbClr val="232323"/>
                </a:solidFill>
                <a:latin typeface="Arial"/>
              </a:rPr>
              <a:t> </a:t>
            </a:r>
            <a:r>
              <a:rPr sz="1600" b="0" i="0" dirty="0" err="1">
                <a:solidFill>
                  <a:srgbClr val="232323"/>
                </a:solidFill>
                <a:latin typeface="Arial"/>
              </a:rPr>
              <a:t>deben</a:t>
            </a:r>
            <a:r>
              <a:rPr sz="1600" b="0" i="0" dirty="0">
                <a:solidFill>
                  <a:srgbClr val="232323"/>
                </a:solidFill>
                <a:latin typeface="Arial"/>
              </a:rPr>
              <a:t> </a:t>
            </a:r>
            <a:r>
              <a:rPr sz="1600" b="0" i="0" dirty="0" err="1">
                <a:solidFill>
                  <a:srgbClr val="232323"/>
                </a:solidFill>
                <a:latin typeface="Arial"/>
              </a:rPr>
              <a:t>normalizarse</a:t>
            </a:r>
            <a:r>
              <a:rPr sz="1600" b="0" i="0" dirty="0">
                <a:solidFill>
                  <a:srgbClr val="232323"/>
                </a:solidFill>
                <a:latin typeface="Arial"/>
              </a:rPr>
              <a:t>.</a:t>
            </a:r>
          </a:p>
        </p:txBody>
      </p:sp>
      <p:sp>
        <p:nvSpPr>
          <p:cNvPr id="26" name="Validación experta"/>
          <p:cNvSpPr/>
          <p:nvPr/>
        </p:nvSpPr>
        <p:spPr>
          <a:xfrm>
            <a:off x="7955280" y="3822192"/>
            <a:ext cx="2971800" cy="1417320"/>
          </a:xfrm>
          <a:prstGeom prst="roundRect">
            <a:avLst/>
          </a:prstGeom>
          <a:solidFill>
            <a:srgbClr val="FFFFFF"/>
          </a:solidFill>
          <a:ln w="15240">
            <a:solidFill>
              <a:srgbClr val="F6641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7" name="Validación experta_strip"/>
          <p:cNvSpPr/>
          <p:nvPr/>
        </p:nvSpPr>
        <p:spPr>
          <a:xfrm>
            <a:off x="7955280" y="3822192"/>
            <a:ext cx="2971800" cy="320040"/>
          </a:xfrm>
          <a:prstGeom prst="roundRect">
            <a:avLst/>
          </a:prstGeom>
          <a:solidFill>
            <a:srgbClr val="F66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28" name="Validación experta_title"/>
          <p:cNvSpPr txBox="1"/>
          <p:nvPr/>
        </p:nvSpPr>
        <p:spPr>
          <a:xfrm>
            <a:off x="8074152" y="3895344"/>
            <a:ext cx="2743200" cy="264688"/>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Validación</a:t>
            </a:r>
            <a:r>
              <a:rPr sz="1600" b="1" i="0" dirty="0">
                <a:solidFill>
                  <a:srgbClr val="FFFFFF"/>
                </a:solidFill>
                <a:latin typeface="Arial"/>
              </a:rPr>
              <a:t> </a:t>
            </a:r>
            <a:r>
              <a:rPr sz="1600" b="1" i="0" dirty="0" err="1">
                <a:solidFill>
                  <a:srgbClr val="FFFFFF"/>
                </a:solidFill>
                <a:latin typeface="Arial"/>
              </a:rPr>
              <a:t>experta</a:t>
            </a:r>
            <a:endParaRPr sz="1600" b="1" i="0" dirty="0">
              <a:solidFill>
                <a:srgbClr val="FFFFFF"/>
              </a:solidFill>
              <a:latin typeface="Arial"/>
            </a:endParaRPr>
          </a:p>
        </p:txBody>
      </p:sp>
      <p:sp>
        <p:nvSpPr>
          <p:cNvPr id="29" name="Validación experta_body"/>
          <p:cNvSpPr txBox="1"/>
          <p:nvPr/>
        </p:nvSpPr>
        <p:spPr>
          <a:xfrm>
            <a:off x="8119872" y="4261104"/>
            <a:ext cx="2651760" cy="757130"/>
          </a:xfrm>
          <a:prstGeom prst="rect">
            <a:avLst/>
          </a:prstGeom>
          <a:noFill/>
        </p:spPr>
        <p:txBody>
          <a:bodyPr wrap="square" lIns="18288" tIns="9144" rIns="18288" bIns="9144" anchor="t">
            <a:spAutoFit/>
          </a:bodyPr>
          <a:lstStyle/>
          <a:p>
            <a:pPr algn="l">
              <a:defRPr/>
            </a:pPr>
            <a:r>
              <a:rPr sz="1600" b="0" i="0">
                <a:solidFill>
                  <a:srgbClr val="232323"/>
                </a:solidFill>
                <a:latin typeface="Arial"/>
              </a:rPr>
              <a:t>Necesaria para equivalencias, inferencias y decisiones OWL.</a:t>
            </a:r>
          </a:p>
        </p:txBody>
      </p:sp>
      <p:sp>
        <p:nvSpPr>
          <p:cNvPr id="30" name="Criterio de calidad: cada relación consolidada debe mantener evidencia, fuente, estado y decisión de modelado"/>
          <p:cNvSpPr/>
          <p:nvPr/>
        </p:nvSpPr>
        <p:spPr>
          <a:xfrm>
            <a:off x="1097280" y="5650992"/>
            <a:ext cx="9829800" cy="393192"/>
          </a:xfrm>
          <a:prstGeom prst="roundRect">
            <a:avLst/>
          </a:prstGeom>
          <a:solidFill>
            <a:srgbClr val="E8E8FF"/>
          </a:solidFill>
          <a:ln w="1016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p>
        </p:txBody>
      </p:sp>
      <p:sp>
        <p:nvSpPr>
          <p:cNvPr id="31" name="Criterio de calidad: cada relación consolidada debe mantener evidencia, fuente, estado y decisión de modelado_txt"/>
          <p:cNvSpPr txBox="1"/>
          <p:nvPr/>
        </p:nvSpPr>
        <p:spPr>
          <a:xfrm>
            <a:off x="1152144" y="5719572"/>
            <a:ext cx="9720072" cy="320040"/>
          </a:xfrm>
          <a:prstGeom prst="rect">
            <a:avLst/>
          </a:prstGeom>
          <a:noFill/>
        </p:spPr>
        <p:txBody>
          <a:bodyPr wrap="square" lIns="18288" tIns="9144" rIns="18288" bIns="9144" anchor="t">
            <a:spAutoFit/>
          </a:bodyPr>
          <a:lstStyle/>
          <a:p>
            <a:pPr algn="ctr">
              <a:defRPr/>
            </a:pPr>
            <a:r>
              <a:rPr sz="1300" b="1" i="0">
                <a:solidFill>
                  <a:srgbClr val="4949EE"/>
                </a:solidFill>
                <a:latin typeface="Arial"/>
              </a:rPr>
              <a:t>Criterio de calidad: cada relación consolidada debe mantener evidencia, fuente, estado y decisión de modelado</a:t>
            </a:r>
          </a:p>
        </p:txBody>
      </p:sp>
      <p:sp>
        <p:nvSpPr>
          <p:cNvPr id="32"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a:solidFill>
                  <a:srgbClr val="464646"/>
                </a:solidFill>
                <a:latin typeface="Arial"/>
                <a:hlinkClick r:id="rId3"/>
              </a:rPr>
              <a:t>Fuentes: </a:t>
            </a:r>
            <a:r>
              <a:rPr sz="1100" b="0" i="0" dirty="0" err="1">
                <a:solidFill>
                  <a:srgbClr val="464646"/>
                </a:solidFill>
                <a:latin typeface="Arial"/>
                <a:hlinkClick r:id="rId3"/>
              </a:rPr>
              <a:t>restricciones</a:t>
            </a:r>
            <a:r>
              <a:rPr sz="1100" b="0" i="0" dirty="0">
                <a:solidFill>
                  <a:srgbClr val="464646"/>
                </a:solidFill>
                <a:latin typeface="Arial"/>
                <a:hlinkClick r:id="rId3"/>
              </a:rPr>
              <a:t> de </a:t>
            </a:r>
            <a:r>
              <a:rPr sz="1100" b="0" i="0" dirty="0" err="1">
                <a:solidFill>
                  <a:srgbClr val="464646"/>
                </a:solidFill>
                <a:latin typeface="Arial"/>
                <a:hlinkClick r:id="rId3"/>
              </a:rPr>
              <a:t>los</a:t>
            </a:r>
            <a:r>
              <a:rPr sz="1100" b="0" i="0" dirty="0">
                <a:solidFill>
                  <a:srgbClr val="464646"/>
                </a:solidFill>
                <a:latin typeface="Arial"/>
                <a:hlinkClick r:id="rId3"/>
              </a:rPr>
              <a:t> prompts y </a:t>
            </a:r>
            <a:r>
              <a:rPr sz="1100" b="0" i="0" dirty="0" err="1">
                <a:solidFill>
                  <a:srgbClr val="464646"/>
                </a:solidFill>
                <a:latin typeface="Arial"/>
                <a:hlinkClick r:id="rId3"/>
              </a:rPr>
              <a:t>secciones</a:t>
            </a:r>
            <a:r>
              <a:rPr sz="1100" b="0" i="0" dirty="0">
                <a:solidFill>
                  <a:srgbClr val="464646"/>
                </a:solidFill>
                <a:latin typeface="Arial"/>
                <a:hlinkClick r:id="rId3"/>
              </a:rPr>
              <a:t> de </a:t>
            </a:r>
            <a:r>
              <a:rPr sz="1100" b="0" i="0" dirty="0" err="1">
                <a:solidFill>
                  <a:srgbClr val="464646"/>
                </a:solidFill>
                <a:latin typeface="Arial"/>
                <a:hlinkClick r:id="rId3"/>
              </a:rPr>
              <a:t>vacíos</a:t>
            </a:r>
            <a:r>
              <a:rPr sz="1100" b="0" i="0" dirty="0">
                <a:solidFill>
                  <a:srgbClr val="464646"/>
                </a:solidFill>
                <a:latin typeface="Arial"/>
                <a:hlinkClick r:id="rId3"/>
              </a:rPr>
              <a:t>/</a:t>
            </a:r>
            <a:r>
              <a:rPr sz="1100" b="0" i="0" dirty="0" err="1">
                <a:solidFill>
                  <a:srgbClr val="464646"/>
                </a:solidFill>
                <a:latin typeface="Arial"/>
                <a:hlinkClick r:id="rId3"/>
              </a:rPr>
              <a:t>estado</a:t>
            </a:r>
            <a:r>
              <a:rPr sz="1100" b="0" i="0" dirty="0">
                <a:solidFill>
                  <a:srgbClr val="464646"/>
                </a:solidFill>
                <a:latin typeface="Arial"/>
                <a:hlinkClick r:id="rId3"/>
              </a:rPr>
              <a:t> final </a:t>
            </a:r>
            <a:r>
              <a:rPr sz="1100" b="0" i="0" dirty="0" err="1">
                <a:solidFill>
                  <a:srgbClr val="464646"/>
                </a:solidFill>
                <a:latin typeface="Arial"/>
                <a:hlinkClick r:id="rId3"/>
              </a:rPr>
              <a:t>en</a:t>
            </a:r>
            <a:r>
              <a:rPr sz="1100" b="0" i="0" dirty="0">
                <a:solidFill>
                  <a:srgbClr val="464646"/>
                </a:solidFill>
                <a:latin typeface="Arial"/>
                <a:hlinkClick r:id="rId3"/>
              </a:rPr>
              <a:t> ALC-01, ALC-04 y ALC-07.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1005714" y="1079379"/>
            <a:ext cx="10515600" cy="510909"/>
          </a:xfrm>
          <a:prstGeom prst="rect">
            <a:avLst/>
          </a:prstGeom>
          <a:noFill/>
        </p:spPr>
        <p:txBody>
          <a:bodyPr wrap="square" lIns="18288" tIns="9144" rIns="18288" bIns="9144" anchor="t">
            <a:spAutoFit/>
          </a:bodyPr>
          <a:lstStyle/>
          <a:p>
            <a:pPr algn="l">
              <a:defRPr/>
            </a:pPr>
            <a:r>
              <a:rPr b="0" i="0" dirty="0" err="1">
                <a:solidFill>
                  <a:srgbClr val="4949EE"/>
                </a:solidFill>
                <a:latin typeface="Arial"/>
              </a:rPr>
              <a:t>Conclusiones</a:t>
            </a:r>
            <a:r>
              <a:rPr lang="es-ES" dirty="0">
                <a:solidFill>
                  <a:srgbClr val="4949EE"/>
                </a:solidFill>
                <a:latin typeface="Arial"/>
              </a:rPr>
              <a:t> y</a:t>
            </a:r>
            <a:r>
              <a:rPr b="0" i="0" dirty="0">
                <a:solidFill>
                  <a:srgbClr val="4949EE"/>
                </a:solidFill>
                <a:latin typeface="Arial"/>
              </a:rPr>
              <a:t> </a:t>
            </a:r>
            <a:r>
              <a:rPr b="0" i="0" dirty="0" err="1">
                <a:solidFill>
                  <a:srgbClr val="4949EE"/>
                </a:solidFill>
                <a:latin typeface="Arial"/>
              </a:rPr>
              <a:t>trabajo</a:t>
            </a:r>
            <a:r>
              <a:rPr b="0" i="0" dirty="0">
                <a:solidFill>
                  <a:srgbClr val="4949EE"/>
                </a:solidFill>
                <a:latin typeface="Arial"/>
              </a:rPr>
              <a:t> </a:t>
            </a:r>
            <a:r>
              <a:rPr b="0" i="0" dirty="0" err="1">
                <a:solidFill>
                  <a:srgbClr val="4949EE"/>
                </a:solidFill>
                <a:latin typeface="Arial"/>
              </a:rPr>
              <a:t>futuro</a:t>
            </a:r>
            <a:r>
              <a:rPr b="0" i="0" dirty="0">
                <a:solidFill>
                  <a:srgbClr val="4949EE"/>
                </a:solidFill>
                <a:latin typeface="Arial"/>
              </a:rPr>
              <a:t> </a:t>
            </a:r>
          </a:p>
        </p:txBody>
      </p:sp>
      <p:sp>
        <p:nvSpPr>
          <p:cNvPr id="6" name="Conclusiones parciales"/>
          <p:cNvSpPr/>
          <p:nvPr/>
        </p:nvSpPr>
        <p:spPr>
          <a:xfrm>
            <a:off x="731520" y="2178211"/>
            <a:ext cx="4983480" cy="3516007"/>
          </a:xfrm>
          <a:prstGeom prst="roundRect">
            <a:avLst/>
          </a:prstGeom>
          <a:solidFill>
            <a:srgbClr val="FFFFFF"/>
          </a:solidFill>
          <a:ln w="15240">
            <a:solidFill>
              <a:srgbClr val="4949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7" name="Conclusiones parciales_strip"/>
          <p:cNvSpPr/>
          <p:nvPr/>
        </p:nvSpPr>
        <p:spPr>
          <a:xfrm>
            <a:off x="731520" y="2178212"/>
            <a:ext cx="4983480" cy="320040"/>
          </a:xfrm>
          <a:prstGeom prst="roundRect">
            <a:avLst/>
          </a:prstGeom>
          <a:solidFill>
            <a:srgbClr val="4949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8" name="Conclusiones parciales_title"/>
          <p:cNvSpPr txBox="1"/>
          <p:nvPr/>
        </p:nvSpPr>
        <p:spPr>
          <a:xfrm>
            <a:off x="845820" y="2173330"/>
            <a:ext cx="4754880" cy="264688"/>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Conclusiones</a:t>
            </a:r>
            <a:r>
              <a:rPr sz="1600" b="1" i="0" dirty="0">
                <a:solidFill>
                  <a:srgbClr val="FFFFFF"/>
                </a:solidFill>
                <a:latin typeface="Arial"/>
              </a:rPr>
              <a:t> </a:t>
            </a:r>
            <a:r>
              <a:rPr sz="1600" b="1" i="0" dirty="0" err="1">
                <a:solidFill>
                  <a:srgbClr val="FFFFFF"/>
                </a:solidFill>
                <a:latin typeface="Arial"/>
              </a:rPr>
              <a:t>parciales</a:t>
            </a:r>
            <a:endParaRPr sz="1600" b="1" i="0" dirty="0">
              <a:solidFill>
                <a:srgbClr val="FFFFFF"/>
              </a:solidFill>
              <a:latin typeface="Arial"/>
            </a:endParaRPr>
          </a:p>
        </p:txBody>
      </p:sp>
      <p:sp>
        <p:nvSpPr>
          <p:cNvPr id="9" name="Conclusiones parciales_body"/>
          <p:cNvSpPr txBox="1"/>
          <p:nvPr/>
        </p:nvSpPr>
        <p:spPr>
          <a:xfrm>
            <a:off x="896112" y="2617124"/>
            <a:ext cx="4663440" cy="2188804"/>
          </a:xfrm>
          <a:prstGeom prst="rect">
            <a:avLst/>
          </a:prstGeom>
          <a:noFill/>
        </p:spPr>
        <p:txBody>
          <a:bodyPr wrap="square" lIns="18288" tIns="9144" rIns="18288" bIns="9144" anchor="t">
            <a:spAutoFit/>
          </a:bodyPr>
          <a:lstStyle/>
          <a:p>
            <a:pPr algn="l">
              <a:lnSpc>
                <a:spcPct val="150000"/>
              </a:lnSpc>
              <a:defRPr/>
            </a:pPr>
            <a:r>
              <a:rPr sz="1600" b="0" i="0" dirty="0">
                <a:solidFill>
                  <a:srgbClr val="232323"/>
                </a:solidFill>
                <a:latin typeface="Arial"/>
              </a:rPr>
              <a:t>• El </a:t>
            </a:r>
            <a:r>
              <a:rPr sz="1600" b="0" i="0" dirty="0" err="1">
                <a:solidFill>
                  <a:srgbClr val="232323"/>
                </a:solidFill>
                <a:latin typeface="Arial"/>
              </a:rPr>
              <a:t>proyecto</a:t>
            </a:r>
            <a:r>
              <a:rPr sz="1600" b="0" i="0" dirty="0">
                <a:solidFill>
                  <a:srgbClr val="232323"/>
                </a:solidFill>
                <a:latin typeface="Arial"/>
              </a:rPr>
              <a:t> </a:t>
            </a:r>
            <a:r>
              <a:rPr sz="1600" b="0" i="0" dirty="0" err="1">
                <a:solidFill>
                  <a:srgbClr val="232323"/>
                </a:solidFill>
                <a:latin typeface="Arial"/>
              </a:rPr>
              <a:t>ya</a:t>
            </a:r>
            <a:r>
              <a:rPr sz="1600" b="0" i="0" dirty="0">
                <a:solidFill>
                  <a:srgbClr val="232323"/>
                </a:solidFill>
                <a:latin typeface="Arial"/>
              </a:rPr>
              <a:t> </a:t>
            </a:r>
            <a:r>
              <a:rPr sz="1600" b="0" i="0" dirty="0" err="1">
                <a:solidFill>
                  <a:srgbClr val="232323"/>
                </a:solidFill>
                <a:latin typeface="Arial"/>
              </a:rPr>
              <a:t>cuenta</a:t>
            </a:r>
            <a:r>
              <a:rPr sz="1600" b="0" i="0" dirty="0">
                <a:solidFill>
                  <a:srgbClr val="232323"/>
                </a:solidFill>
                <a:latin typeface="Arial"/>
              </a:rPr>
              <a:t> con </a:t>
            </a:r>
            <a:r>
              <a:rPr sz="1600" b="0" i="0" dirty="0" err="1">
                <a:solidFill>
                  <a:srgbClr val="232323"/>
                </a:solidFill>
                <a:latin typeface="Arial"/>
              </a:rPr>
              <a:t>una</a:t>
            </a:r>
            <a:r>
              <a:rPr sz="1600" b="0" i="0" dirty="0">
                <a:solidFill>
                  <a:srgbClr val="232323"/>
                </a:solidFill>
                <a:latin typeface="Arial"/>
              </a:rPr>
              <a:t> </a:t>
            </a:r>
            <a:r>
              <a:rPr sz="1600" b="0" i="0" dirty="0" err="1">
                <a:solidFill>
                  <a:srgbClr val="232323"/>
                </a:solidFill>
                <a:latin typeface="Arial"/>
              </a:rPr>
              <a:t>metodología</a:t>
            </a:r>
            <a:r>
              <a:rPr sz="1600" b="0" i="0" dirty="0">
                <a:solidFill>
                  <a:srgbClr val="232323"/>
                </a:solidFill>
                <a:latin typeface="Arial"/>
              </a:rPr>
              <a:t> LLM-driven </a:t>
            </a:r>
            <a:r>
              <a:rPr sz="1600" b="0" i="0" dirty="0" err="1">
                <a:solidFill>
                  <a:srgbClr val="232323"/>
                </a:solidFill>
                <a:latin typeface="Arial"/>
              </a:rPr>
              <a:t>trazable</a:t>
            </a:r>
            <a:r>
              <a:rPr sz="1600" b="0" i="0" dirty="0">
                <a:solidFill>
                  <a:srgbClr val="232323"/>
                </a:solidFill>
                <a:latin typeface="Arial"/>
              </a:rPr>
              <a:t>.
• El </a:t>
            </a:r>
            <a:r>
              <a:rPr sz="1600" b="0" i="0" dirty="0" err="1">
                <a:solidFill>
                  <a:srgbClr val="232323"/>
                </a:solidFill>
                <a:latin typeface="Arial"/>
              </a:rPr>
              <a:t>repositorio</a:t>
            </a:r>
            <a:r>
              <a:rPr sz="1600" b="0" i="0" dirty="0">
                <a:solidFill>
                  <a:srgbClr val="232323"/>
                </a:solidFill>
                <a:latin typeface="Arial"/>
              </a:rPr>
              <a:t> </a:t>
            </a:r>
            <a:r>
              <a:rPr sz="1600" b="0" i="0" dirty="0" err="1">
                <a:solidFill>
                  <a:srgbClr val="232323"/>
                </a:solidFill>
                <a:latin typeface="Arial"/>
              </a:rPr>
              <a:t>evidencia</a:t>
            </a:r>
            <a:r>
              <a:rPr sz="1600" b="0" i="0" dirty="0">
                <a:solidFill>
                  <a:srgbClr val="232323"/>
                </a:solidFill>
                <a:latin typeface="Arial"/>
              </a:rPr>
              <a:t> </a:t>
            </a:r>
            <a:r>
              <a:rPr sz="1600" b="0" i="0" dirty="0" err="1">
                <a:solidFill>
                  <a:srgbClr val="232323"/>
                </a:solidFill>
                <a:latin typeface="Arial"/>
              </a:rPr>
              <a:t>preguntas</a:t>
            </a:r>
            <a:r>
              <a:rPr sz="1600" b="0" i="0" dirty="0">
                <a:solidFill>
                  <a:srgbClr val="232323"/>
                </a:solidFill>
                <a:latin typeface="Arial"/>
              </a:rPr>
              <a:t> ALC, corpus y </a:t>
            </a:r>
            <a:r>
              <a:rPr sz="1600" b="0" i="0" dirty="0" err="1">
                <a:solidFill>
                  <a:srgbClr val="232323"/>
                </a:solidFill>
                <a:latin typeface="Arial"/>
              </a:rPr>
              <a:t>salidas</a:t>
            </a:r>
            <a:r>
              <a:rPr sz="1600" b="0" i="0" dirty="0">
                <a:solidFill>
                  <a:srgbClr val="232323"/>
                </a:solidFill>
                <a:latin typeface="Arial"/>
              </a:rPr>
              <a:t> </a:t>
            </a:r>
            <a:r>
              <a:rPr sz="1600" b="0" i="0" dirty="0" err="1">
                <a:solidFill>
                  <a:srgbClr val="232323"/>
                </a:solidFill>
                <a:latin typeface="Arial"/>
              </a:rPr>
              <a:t>candidatas</a:t>
            </a:r>
            <a:r>
              <a:rPr sz="1600" b="0" i="0" dirty="0">
                <a:solidFill>
                  <a:srgbClr val="232323"/>
                </a:solidFill>
                <a:latin typeface="Arial"/>
              </a:rPr>
              <a:t> </a:t>
            </a:r>
            <a:r>
              <a:rPr sz="1600" b="0" i="0" dirty="0" err="1">
                <a:solidFill>
                  <a:srgbClr val="232323"/>
                </a:solidFill>
                <a:latin typeface="Arial"/>
              </a:rPr>
              <a:t>por</a:t>
            </a:r>
            <a:r>
              <a:rPr sz="1600" b="0" i="0" dirty="0">
                <a:solidFill>
                  <a:srgbClr val="232323"/>
                </a:solidFill>
                <a:latin typeface="Arial"/>
              </a:rPr>
              <a:t> LLM.
• La </a:t>
            </a:r>
            <a:r>
              <a:rPr sz="1600" b="0" i="0" dirty="0" err="1">
                <a:solidFill>
                  <a:srgbClr val="232323"/>
                </a:solidFill>
                <a:latin typeface="Arial"/>
              </a:rPr>
              <a:t>ontología</a:t>
            </a:r>
            <a:r>
              <a:rPr sz="1600" b="0" i="0" dirty="0">
                <a:solidFill>
                  <a:srgbClr val="232323"/>
                </a:solidFill>
                <a:latin typeface="Arial"/>
              </a:rPr>
              <a:t> final </a:t>
            </a:r>
            <a:r>
              <a:rPr sz="1600" b="0" i="0" dirty="0" err="1">
                <a:solidFill>
                  <a:srgbClr val="232323"/>
                </a:solidFill>
                <a:latin typeface="Arial"/>
              </a:rPr>
              <a:t>aún</a:t>
            </a:r>
            <a:r>
              <a:rPr sz="1600" b="0" i="0" dirty="0">
                <a:solidFill>
                  <a:srgbClr val="232323"/>
                </a:solidFill>
                <a:latin typeface="Arial"/>
              </a:rPr>
              <a:t> </a:t>
            </a:r>
            <a:r>
              <a:rPr sz="1600" b="0" i="0" dirty="0" err="1">
                <a:solidFill>
                  <a:srgbClr val="232323"/>
                </a:solidFill>
                <a:latin typeface="Arial"/>
              </a:rPr>
              <a:t>debe</a:t>
            </a:r>
            <a:r>
              <a:rPr sz="1600" b="0" i="0" dirty="0">
                <a:solidFill>
                  <a:srgbClr val="232323"/>
                </a:solidFill>
                <a:latin typeface="Arial"/>
              </a:rPr>
              <a:t> </a:t>
            </a:r>
            <a:r>
              <a:rPr sz="1600" b="0" i="0" dirty="0" err="1">
                <a:solidFill>
                  <a:srgbClr val="232323"/>
                </a:solidFill>
                <a:latin typeface="Arial"/>
              </a:rPr>
              <a:t>consolidarse</a:t>
            </a:r>
            <a:r>
              <a:rPr sz="1600" b="0" i="0" dirty="0">
                <a:solidFill>
                  <a:srgbClr val="232323"/>
                </a:solidFill>
                <a:latin typeface="Arial"/>
              </a:rPr>
              <a:t>, </a:t>
            </a:r>
            <a:r>
              <a:rPr sz="1600" b="0" i="0" dirty="0" err="1">
                <a:solidFill>
                  <a:srgbClr val="232323"/>
                </a:solidFill>
                <a:latin typeface="Arial"/>
              </a:rPr>
              <a:t>formalizarse</a:t>
            </a:r>
            <a:r>
              <a:rPr sz="1600" b="0" i="0" dirty="0">
                <a:solidFill>
                  <a:srgbClr val="232323"/>
                </a:solidFill>
                <a:latin typeface="Arial"/>
              </a:rPr>
              <a:t> y </a:t>
            </a:r>
            <a:r>
              <a:rPr sz="1600" b="0" i="0" dirty="0" err="1">
                <a:solidFill>
                  <a:srgbClr val="232323"/>
                </a:solidFill>
                <a:latin typeface="Arial"/>
              </a:rPr>
              <a:t>validarse</a:t>
            </a:r>
            <a:r>
              <a:rPr sz="1600" b="0" i="0" dirty="0">
                <a:solidFill>
                  <a:srgbClr val="232323"/>
                </a:solidFill>
                <a:latin typeface="Arial"/>
              </a:rPr>
              <a:t>.</a:t>
            </a:r>
          </a:p>
        </p:txBody>
      </p:sp>
      <p:sp>
        <p:nvSpPr>
          <p:cNvPr id="10" name="Próximos pasos verificables"/>
          <p:cNvSpPr/>
          <p:nvPr/>
        </p:nvSpPr>
        <p:spPr>
          <a:xfrm>
            <a:off x="6263514" y="2178212"/>
            <a:ext cx="4983480" cy="3654552"/>
          </a:xfrm>
          <a:prstGeom prst="roundRect">
            <a:avLst/>
          </a:prstGeom>
          <a:solidFill>
            <a:srgbClr val="E8F8EA"/>
          </a:solidFill>
          <a:ln w="15240">
            <a:solidFill>
              <a:srgbClr val="52BD5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1" name="Próximos pasos verificables_strip"/>
          <p:cNvSpPr/>
          <p:nvPr/>
        </p:nvSpPr>
        <p:spPr>
          <a:xfrm>
            <a:off x="6263514" y="2178212"/>
            <a:ext cx="4983480" cy="320040"/>
          </a:xfrm>
          <a:prstGeom prst="roundRect">
            <a:avLst/>
          </a:prstGeom>
          <a:solidFill>
            <a:srgbClr val="52BD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sz="1600"/>
          </a:p>
        </p:txBody>
      </p:sp>
      <p:sp>
        <p:nvSpPr>
          <p:cNvPr id="12" name="Próximos pasos verificables_title"/>
          <p:cNvSpPr txBox="1"/>
          <p:nvPr/>
        </p:nvSpPr>
        <p:spPr>
          <a:xfrm>
            <a:off x="6382386" y="2212783"/>
            <a:ext cx="4754880" cy="264688"/>
          </a:xfrm>
          <a:prstGeom prst="rect">
            <a:avLst/>
          </a:prstGeom>
          <a:noFill/>
        </p:spPr>
        <p:txBody>
          <a:bodyPr wrap="square" lIns="18288" tIns="9144" rIns="18288" bIns="9144" anchor="t">
            <a:spAutoFit/>
          </a:bodyPr>
          <a:lstStyle/>
          <a:p>
            <a:pPr algn="ctr">
              <a:defRPr/>
            </a:pPr>
            <a:r>
              <a:rPr sz="1600" b="1" i="0" dirty="0" err="1">
                <a:solidFill>
                  <a:srgbClr val="FFFFFF"/>
                </a:solidFill>
                <a:latin typeface="Arial"/>
              </a:rPr>
              <a:t>Próximos</a:t>
            </a:r>
            <a:r>
              <a:rPr sz="1600" b="1" i="0" dirty="0">
                <a:solidFill>
                  <a:srgbClr val="FFFFFF"/>
                </a:solidFill>
                <a:latin typeface="Arial"/>
              </a:rPr>
              <a:t> pasos </a:t>
            </a:r>
            <a:r>
              <a:rPr sz="1600" b="1" i="0" dirty="0" err="1">
                <a:solidFill>
                  <a:srgbClr val="FFFFFF"/>
                </a:solidFill>
                <a:latin typeface="Arial"/>
              </a:rPr>
              <a:t>verificables</a:t>
            </a:r>
            <a:endParaRPr sz="1600" b="1" i="0" dirty="0">
              <a:solidFill>
                <a:srgbClr val="FFFFFF"/>
              </a:solidFill>
              <a:latin typeface="Arial"/>
            </a:endParaRPr>
          </a:p>
        </p:txBody>
      </p:sp>
      <p:sp>
        <p:nvSpPr>
          <p:cNvPr id="13" name="Próximos pasos verificables_body"/>
          <p:cNvSpPr txBox="1"/>
          <p:nvPr/>
        </p:nvSpPr>
        <p:spPr>
          <a:xfrm>
            <a:off x="6428106" y="2617124"/>
            <a:ext cx="4663440" cy="2188804"/>
          </a:xfrm>
          <a:prstGeom prst="rect">
            <a:avLst/>
          </a:prstGeom>
          <a:noFill/>
        </p:spPr>
        <p:txBody>
          <a:bodyPr wrap="square" lIns="18288" tIns="9144" rIns="18288" bIns="9144" anchor="t">
            <a:spAutoFit/>
          </a:bodyPr>
          <a:lstStyle/>
          <a:p>
            <a:pPr algn="l">
              <a:lnSpc>
                <a:spcPct val="150000"/>
              </a:lnSpc>
              <a:defRPr/>
            </a:pPr>
            <a:r>
              <a:rPr sz="1600" b="0" i="0" dirty="0">
                <a:solidFill>
                  <a:srgbClr val="232323"/>
                </a:solidFill>
                <a:latin typeface="Arial"/>
              </a:rPr>
              <a:t>1. </a:t>
            </a:r>
            <a:r>
              <a:rPr sz="1600" b="0" i="0" dirty="0" err="1">
                <a:solidFill>
                  <a:srgbClr val="232323"/>
                </a:solidFill>
                <a:latin typeface="Arial"/>
              </a:rPr>
              <a:t>Consolidar</a:t>
            </a:r>
            <a:r>
              <a:rPr sz="1600" b="0" i="0" dirty="0">
                <a:solidFill>
                  <a:srgbClr val="232323"/>
                </a:solidFill>
                <a:latin typeface="Arial"/>
              </a:rPr>
              <a:t> </a:t>
            </a:r>
            <a:r>
              <a:rPr sz="1600" b="0" i="0" dirty="0" err="1">
                <a:solidFill>
                  <a:srgbClr val="232323"/>
                </a:solidFill>
                <a:latin typeface="Arial"/>
              </a:rPr>
              <a:t>ontologías</a:t>
            </a:r>
            <a:r>
              <a:rPr sz="1600" b="0" i="0" dirty="0">
                <a:solidFill>
                  <a:srgbClr val="232323"/>
                </a:solidFill>
                <a:latin typeface="Arial"/>
              </a:rPr>
              <a:t> </a:t>
            </a:r>
            <a:r>
              <a:rPr sz="1600" b="0" i="0" dirty="0" err="1">
                <a:solidFill>
                  <a:srgbClr val="232323"/>
                </a:solidFill>
                <a:latin typeface="Arial"/>
              </a:rPr>
              <a:t>candidatas</a:t>
            </a:r>
            <a:r>
              <a:rPr sz="1600" b="0" i="0" dirty="0">
                <a:solidFill>
                  <a:srgbClr val="232323"/>
                </a:solidFill>
                <a:latin typeface="Arial"/>
              </a:rPr>
              <a:t>.
2. </a:t>
            </a:r>
            <a:r>
              <a:rPr sz="1600" b="0" i="0" dirty="0" err="1">
                <a:solidFill>
                  <a:srgbClr val="232323"/>
                </a:solidFill>
                <a:latin typeface="Arial"/>
              </a:rPr>
              <a:t>Formalizar</a:t>
            </a:r>
            <a:r>
              <a:rPr sz="1600" b="0" i="0" dirty="0">
                <a:solidFill>
                  <a:srgbClr val="232323"/>
                </a:solidFill>
                <a:latin typeface="Arial"/>
              </a:rPr>
              <a:t> </a:t>
            </a:r>
            <a:r>
              <a:rPr sz="1600" b="0" i="0" dirty="0" err="1">
                <a:solidFill>
                  <a:srgbClr val="232323"/>
                </a:solidFill>
                <a:latin typeface="Arial"/>
              </a:rPr>
              <a:t>clases</a:t>
            </a:r>
            <a:r>
              <a:rPr sz="1600" b="0" i="0" dirty="0">
                <a:solidFill>
                  <a:srgbClr val="232323"/>
                </a:solidFill>
                <a:latin typeface="Arial"/>
              </a:rPr>
              <a:t> y </a:t>
            </a:r>
            <a:r>
              <a:rPr sz="1600" b="0" i="0" dirty="0" err="1">
                <a:solidFill>
                  <a:srgbClr val="232323"/>
                </a:solidFill>
                <a:latin typeface="Arial"/>
              </a:rPr>
              <a:t>propiedades</a:t>
            </a:r>
            <a:r>
              <a:rPr sz="1600" b="0" i="0" dirty="0">
                <a:solidFill>
                  <a:srgbClr val="232323"/>
                </a:solidFill>
                <a:latin typeface="Arial"/>
              </a:rPr>
              <a:t> </a:t>
            </a:r>
            <a:r>
              <a:rPr sz="1600" b="0" i="0" dirty="0" err="1">
                <a:solidFill>
                  <a:srgbClr val="232323"/>
                </a:solidFill>
                <a:latin typeface="Arial"/>
              </a:rPr>
              <a:t>en</a:t>
            </a:r>
            <a:r>
              <a:rPr sz="1600" b="0" i="0" dirty="0">
                <a:solidFill>
                  <a:srgbClr val="232323"/>
                </a:solidFill>
                <a:latin typeface="Arial"/>
              </a:rPr>
              <a:t> OWL/RDF.
3. Validar con </a:t>
            </a:r>
            <a:r>
              <a:rPr sz="1600" b="0" i="0" dirty="0" err="1">
                <a:solidFill>
                  <a:srgbClr val="232323"/>
                </a:solidFill>
                <a:latin typeface="Arial"/>
              </a:rPr>
              <a:t>expertos</a:t>
            </a:r>
            <a:r>
              <a:rPr sz="1600" b="0" i="0" dirty="0">
                <a:solidFill>
                  <a:srgbClr val="232323"/>
                </a:solidFill>
                <a:latin typeface="Arial"/>
              </a:rPr>
              <a:t> de </a:t>
            </a:r>
            <a:r>
              <a:rPr sz="1600" b="0" i="0" dirty="0" err="1">
                <a:solidFill>
                  <a:srgbClr val="232323"/>
                </a:solidFill>
                <a:latin typeface="Arial"/>
              </a:rPr>
              <a:t>dominio</a:t>
            </a:r>
            <a:r>
              <a:rPr sz="1600" b="0" i="0" dirty="0">
                <a:solidFill>
                  <a:srgbClr val="232323"/>
                </a:solidFill>
                <a:latin typeface="Arial"/>
              </a:rPr>
              <a:t>.
4. </a:t>
            </a:r>
            <a:r>
              <a:rPr sz="1600" b="0" i="0" dirty="0" err="1">
                <a:solidFill>
                  <a:srgbClr val="232323"/>
                </a:solidFill>
                <a:latin typeface="Arial"/>
              </a:rPr>
              <a:t>Ejecutar</a:t>
            </a:r>
            <a:r>
              <a:rPr sz="1600" b="0" i="0" dirty="0">
                <a:solidFill>
                  <a:srgbClr val="232323"/>
                </a:solidFill>
                <a:latin typeface="Arial"/>
              </a:rPr>
              <a:t> </a:t>
            </a:r>
            <a:r>
              <a:rPr sz="1600" b="0" i="0" dirty="0" err="1">
                <a:solidFill>
                  <a:srgbClr val="232323"/>
                </a:solidFill>
                <a:latin typeface="Arial"/>
              </a:rPr>
              <a:t>pruebas</a:t>
            </a:r>
            <a:r>
              <a:rPr sz="1600" b="0" i="0" dirty="0">
                <a:solidFill>
                  <a:srgbClr val="232323"/>
                </a:solidFill>
                <a:latin typeface="Arial"/>
              </a:rPr>
              <a:t> de </a:t>
            </a:r>
            <a:r>
              <a:rPr sz="1600" b="0" i="0" dirty="0" err="1">
                <a:solidFill>
                  <a:srgbClr val="232323"/>
                </a:solidFill>
                <a:latin typeface="Arial"/>
              </a:rPr>
              <a:t>coherencia</a:t>
            </a:r>
            <a:r>
              <a:rPr sz="1600" b="0" i="0" dirty="0">
                <a:solidFill>
                  <a:srgbClr val="232323"/>
                </a:solidFill>
                <a:latin typeface="Arial"/>
              </a:rPr>
              <a:t>.
5. </a:t>
            </a:r>
            <a:r>
              <a:rPr sz="1600" b="0" i="0" dirty="0" err="1">
                <a:solidFill>
                  <a:srgbClr val="232323"/>
                </a:solidFill>
                <a:latin typeface="Arial"/>
              </a:rPr>
              <a:t>Documentar</a:t>
            </a:r>
            <a:r>
              <a:rPr sz="1600" b="0" i="0" dirty="0">
                <a:solidFill>
                  <a:srgbClr val="232323"/>
                </a:solidFill>
                <a:latin typeface="Arial"/>
              </a:rPr>
              <a:t> </a:t>
            </a:r>
            <a:r>
              <a:rPr sz="1600" b="0" i="0" dirty="0" err="1">
                <a:solidFill>
                  <a:srgbClr val="232323"/>
                </a:solidFill>
                <a:latin typeface="Arial"/>
              </a:rPr>
              <a:t>decisiones</a:t>
            </a:r>
            <a:r>
              <a:rPr sz="1600" b="0" i="0" dirty="0">
                <a:solidFill>
                  <a:srgbClr val="232323"/>
                </a:solidFill>
                <a:latin typeface="Arial"/>
              </a:rPr>
              <a:t> de </a:t>
            </a:r>
            <a:r>
              <a:rPr sz="1600" b="0" i="0" dirty="0" err="1">
                <a:solidFill>
                  <a:srgbClr val="232323"/>
                </a:solidFill>
                <a:latin typeface="Arial"/>
              </a:rPr>
              <a:t>modelado</a:t>
            </a:r>
            <a:r>
              <a:rPr sz="1600" b="0" i="0" dirty="0">
                <a:solidFill>
                  <a:srgbClr val="232323"/>
                </a:solidFill>
                <a:latin typeface="Arial"/>
              </a:rPr>
              <a:t>.
6. </a:t>
            </a:r>
            <a:r>
              <a:rPr sz="1600" b="0" i="0" dirty="0" err="1">
                <a:solidFill>
                  <a:srgbClr val="232323"/>
                </a:solidFill>
                <a:latin typeface="Arial"/>
              </a:rPr>
              <a:t>Construir</a:t>
            </a:r>
            <a:r>
              <a:rPr sz="1600" b="0" i="0" dirty="0">
                <a:solidFill>
                  <a:srgbClr val="232323"/>
                </a:solidFill>
                <a:latin typeface="Arial"/>
              </a:rPr>
              <a:t> la </a:t>
            </a:r>
            <a:r>
              <a:rPr sz="1600" b="0" i="0" dirty="0" err="1">
                <a:solidFill>
                  <a:srgbClr val="232323"/>
                </a:solidFill>
                <a:latin typeface="Arial"/>
              </a:rPr>
              <a:t>versión</a:t>
            </a:r>
            <a:r>
              <a:rPr sz="1600" b="0" i="0" dirty="0">
                <a:solidFill>
                  <a:srgbClr val="232323"/>
                </a:solidFill>
                <a:latin typeface="Arial"/>
              </a:rPr>
              <a:t> final de la </a:t>
            </a:r>
            <a:r>
              <a:rPr sz="1600" b="0" i="0" dirty="0" err="1">
                <a:solidFill>
                  <a:srgbClr val="232323"/>
                </a:solidFill>
                <a:latin typeface="Arial"/>
              </a:rPr>
              <a:t>ontología</a:t>
            </a:r>
            <a:r>
              <a:rPr sz="1600" b="0" i="0" dirty="0">
                <a:solidFill>
                  <a:srgbClr val="232323"/>
                </a:solidFill>
                <a:latin typeface="Arial"/>
              </a:rPr>
              <a:t>.</a:t>
            </a:r>
          </a:p>
        </p:txBody>
      </p:sp>
      <p:sp>
        <p:nvSpPr>
          <p:cNvPr id="24" name="footer"/>
          <p:cNvSpPr txBox="1"/>
          <p:nvPr/>
        </p:nvSpPr>
        <p:spPr>
          <a:xfrm>
            <a:off x="685800" y="6455664"/>
            <a:ext cx="9921240" cy="187744"/>
          </a:xfrm>
          <a:prstGeom prst="rect">
            <a:avLst/>
          </a:prstGeom>
          <a:noFill/>
        </p:spPr>
        <p:txBody>
          <a:bodyPr wrap="square" lIns="18288" tIns="9144" rIns="18288" bIns="9144" anchor="t">
            <a:spAutoFit/>
          </a:bodyPr>
          <a:lstStyle/>
          <a:p>
            <a:pPr algn="l">
              <a:defRPr/>
            </a:pPr>
            <a:r>
              <a:rPr sz="1100" b="0" i="0" dirty="0" err="1">
                <a:solidFill>
                  <a:srgbClr val="464646"/>
                </a:solidFill>
                <a:latin typeface="Arial"/>
                <a:hlinkClick r:id="rId3"/>
              </a:rPr>
              <a:t>Presentación</a:t>
            </a:r>
            <a:r>
              <a:rPr sz="1100" b="0" i="0" dirty="0">
                <a:solidFill>
                  <a:srgbClr val="464646"/>
                </a:solidFill>
                <a:latin typeface="Arial"/>
                <a:hlinkClick r:id="rId3"/>
              </a:rPr>
              <a:t> </a:t>
            </a:r>
            <a:r>
              <a:rPr sz="1100" b="0" i="0" dirty="0" err="1">
                <a:solidFill>
                  <a:srgbClr val="464646"/>
                </a:solidFill>
                <a:latin typeface="Arial"/>
                <a:hlinkClick r:id="rId3"/>
              </a:rPr>
              <a:t>basada</a:t>
            </a:r>
            <a:r>
              <a:rPr sz="1100" b="0" i="0" dirty="0">
                <a:solidFill>
                  <a:srgbClr val="464646"/>
                </a:solidFill>
                <a:latin typeface="Arial"/>
                <a:hlinkClick r:id="rId3"/>
              </a:rPr>
              <a:t> </a:t>
            </a:r>
            <a:r>
              <a:rPr sz="1100" b="0" i="0" dirty="0" err="1">
                <a:solidFill>
                  <a:srgbClr val="464646"/>
                </a:solidFill>
                <a:latin typeface="Arial"/>
                <a:hlinkClick r:id="rId3"/>
              </a:rPr>
              <a:t>exclusivamente</a:t>
            </a:r>
            <a:r>
              <a:rPr sz="1100" b="0" i="0" dirty="0">
                <a:solidFill>
                  <a:srgbClr val="464646"/>
                </a:solidFill>
                <a:latin typeface="Arial"/>
                <a:hlinkClick r:id="rId3"/>
              </a:rPr>
              <a:t> </a:t>
            </a:r>
            <a:r>
              <a:rPr sz="1100" b="0" i="0" dirty="0" err="1">
                <a:solidFill>
                  <a:srgbClr val="464646"/>
                </a:solidFill>
                <a:latin typeface="Arial"/>
                <a:hlinkClick r:id="rId3"/>
              </a:rPr>
              <a:t>en</a:t>
            </a:r>
            <a:r>
              <a:rPr sz="1100" b="0" i="0" dirty="0">
                <a:solidFill>
                  <a:srgbClr val="464646"/>
                </a:solidFill>
                <a:latin typeface="Arial"/>
                <a:hlinkClick r:id="rId3"/>
              </a:rPr>
              <a:t> </a:t>
            </a:r>
            <a:r>
              <a:rPr sz="1100" b="0" i="0" dirty="0" err="1">
                <a:solidFill>
                  <a:srgbClr val="464646"/>
                </a:solidFill>
                <a:latin typeface="Arial"/>
                <a:hlinkClick r:id="rId3"/>
              </a:rPr>
              <a:t>el</a:t>
            </a:r>
            <a:r>
              <a:rPr sz="1100" b="0" i="0" dirty="0">
                <a:solidFill>
                  <a:srgbClr val="464646"/>
                </a:solidFill>
                <a:latin typeface="Arial"/>
                <a:hlinkClick r:id="rId3"/>
              </a:rPr>
              <a:t> </a:t>
            </a:r>
            <a:r>
              <a:rPr sz="1100" b="0" i="0" dirty="0" err="1">
                <a:solidFill>
                  <a:srgbClr val="464646"/>
                </a:solidFill>
                <a:latin typeface="Arial"/>
                <a:hlinkClick r:id="rId3"/>
              </a:rPr>
              <a:t>repositorio</a:t>
            </a:r>
            <a:r>
              <a:rPr sz="1100" b="0" i="0" dirty="0">
                <a:solidFill>
                  <a:srgbClr val="464646"/>
                </a:solidFill>
                <a:latin typeface="Arial"/>
                <a:hlinkClick r:id="rId3"/>
              </a:rPr>
              <a:t> y </a:t>
            </a:r>
            <a:r>
              <a:rPr sz="1100" b="0" i="0" dirty="0" err="1">
                <a:solidFill>
                  <a:srgbClr val="464646"/>
                </a:solidFill>
                <a:latin typeface="Arial"/>
                <a:hlinkClick r:id="rId3"/>
              </a:rPr>
              <a:t>en</a:t>
            </a:r>
            <a:r>
              <a:rPr sz="1100" b="0" i="0" dirty="0">
                <a:solidFill>
                  <a:srgbClr val="464646"/>
                </a:solidFill>
                <a:latin typeface="Arial"/>
                <a:hlinkClick r:id="rId3"/>
              </a:rPr>
              <a:t> </a:t>
            </a:r>
            <a:r>
              <a:rPr sz="1100" b="0" i="0" dirty="0" err="1">
                <a:solidFill>
                  <a:srgbClr val="464646"/>
                </a:solidFill>
                <a:latin typeface="Arial"/>
                <a:hlinkClick r:id="rId3"/>
              </a:rPr>
              <a:t>los</a:t>
            </a:r>
            <a:r>
              <a:rPr sz="1100" b="0" i="0" dirty="0">
                <a:solidFill>
                  <a:srgbClr val="464646"/>
                </a:solidFill>
                <a:latin typeface="Arial"/>
                <a:hlinkClick r:id="rId3"/>
              </a:rPr>
              <a:t> </a:t>
            </a:r>
            <a:r>
              <a:rPr sz="1100" b="0" i="0" dirty="0" err="1">
                <a:solidFill>
                  <a:srgbClr val="464646"/>
                </a:solidFill>
                <a:latin typeface="Arial"/>
                <a:hlinkClick r:id="rId3"/>
              </a:rPr>
              <a:t>archivos</a:t>
            </a:r>
            <a:r>
              <a:rPr sz="1100" b="0" i="0" dirty="0">
                <a:solidFill>
                  <a:srgbClr val="464646"/>
                </a:solidFill>
                <a:latin typeface="Arial"/>
                <a:hlinkClick r:id="rId3"/>
              </a:rPr>
              <a:t> </a:t>
            </a:r>
            <a:r>
              <a:rPr sz="1100" b="0" i="0" dirty="0" err="1">
                <a:solidFill>
                  <a:srgbClr val="464646"/>
                </a:solidFill>
                <a:latin typeface="Arial"/>
                <a:hlinkClick r:id="rId3"/>
              </a:rPr>
              <a:t>fuente</a:t>
            </a:r>
            <a:r>
              <a:rPr sz="1100" b="0" i="0" dirty="0">
                <a:solidFill>
                  <a:srgbClr val="464646"/>
                </a:solidFill>
                <a:latin typeface="Arial"/>
                <a:hlinkClick r:id="rId3"/>
              </a:rPr>
              <a:t> </a:t>
            </a:r>
            <a:r>
              <a:rPr sz="1100" b="0" i="0" dirty="0" err="1">
                <a:solidFill>
                  <a:srgbClr val="464646"/>
                </a:solidFill>
                <a:latin typeface="Arial"/>
                <a:hlinkClick r:id="rId3"/>
              </a:rPr>
              <a:t>enlazados</a:t>
            </a:r>
            <a:r>
              <a:rPr sz="1100" b="0" i="0" dirty="0">
                <a:solidFill>
                  <a:srgbClr val="464646"/>
                </a:solidFill>
                <a:latin typeface="Arial"/>
                <a:hlinkClick r:id="rId3"/>
              </a:rPr>
              <a:t> </a:t>
            </a:r>
            <a:r>
              <a:rPr sz="1100" b="0" i="0" dirty="0" err="1">
                <a:solidFill>
                  <a:srgbClr val="464646"/>
                </a:solidFill>
                <a:latin typeface="Arial"/>
                <a:hlinkClick r:id="rId3"/>
              </a:rPr>
              <a:t>desde</a:t>
            </a:r>
            <a:r>
              <a:rPr sz="1100" b="0" i="0" dirty="0">
                <a:solidFill>
                  <a:srgbClr val="464646"/>
                </a:solidFill>
                <a:latin typeface="Arial"/>
                <a:hlinkClick r:id="rId3"/>
              </a:rPr>
              <a:t> sus </a:t>
            </a:r>
            <a:r>
              <a:rPr sz="1100" b="0" i="0" dirty="0" err="1">
                <a:solidFill>
                  <a:srgbClr val="464646"/>
                </a:solidFill>
                <a:latin typeface="Arial"/>
                <a:hlinkClick r:id="rId3"/>
              </a:rPr>
              <a:t>registros</a:t>
            </a:r>
            <a:r>
              <a:rPr sz="1100" b="0" i="0" dirty="0">
                <a:solidFill>
                  <a:srgbClr val="464646"/>
                </a:solidFill>
                <a:latin typeface="Arial"/>
                <a:hlinkClick r:id="rId3"/>
              </a:rPr>
              <a:t> de corpus.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p:cNvSpPr txBox="1"/>
          <p:nvPr/>
        </p:nvSpPr>
        <p:spPr>
          <a:xfrm>
            <a:off x="1944975" y="821568"/>
            <a:ext cx="10515600" cy="510909"/>
          </a:xfrm>
          <a:prstGeom prst="rect">
            <a:avLst/>
          </a:prstGeom>
          <a:noFill/>
        </p:spPr>
        <p:txBody>
          <a:bodyPr wrap="square" lIns="18288" tIns="9144" rIns="18288" bIns="9144" anchor="t">
            <a:spAutoFit/>
          </a:bodyPr>
          <a:lstStyle/>
          <a:p>
            <a:pPr algn="l">
              <a:defRPr/>
            </a:pPr>
            <a:r>
              <a:rPr lang="es-ES" sz="2500" dirty="0">
                <a:solidFill>
                  <a:srgbClr val="4949EE"/>
                </a:solidFill>
                <a:latin typeface="Arial"/>
              </a:rPr>
              <a:t>R</a:t>
            </a:r>
            <a:r>
              <a:rPr b="0" i="0" dirty="0" err="1">
                <a:solidFill>
                  <a:srgbClr val="4949EE"/>
                </a:solidFill>
                <a:latin typeface="Arial"/>
              </a:rPr>
              <a:t>eferencias</a:t>
            </a:r>
            <a:endParaRPr b="0" i="0" dirty="0">
              <a:solidFill>
                <a:srgbClr val="4949EE"/>
              </a:solidFill>
              <a:latin typeface="Arial"/>
            </a:endParaRPr>
          </a:p>
        </p:txBody>
      </p:sp>
      <p:sp>
        <p:nvSpPr>
          <p:cNvPr id="28" name="title">
            <a:extLst>
              <a:ext uri="{FF2B5EF4-FFF2-40B4-BE49-F238E27FC236}">
                <a16:creationId xmlns:a16="http://schemas.microsoft.com/office/drawing/2014/main" id="{DAFB7D2E-8140-6E04-2815-80160410D75E}"/>
              </a:ext>
            </a:extLst>
          </p:cNvPr>
          <p:cNvSpPr txBox="1"/>
          <p:nvPr/>
        </p:nvSpPr>
        <p:spPr>
          <a:xfrm>
            <a:off x="841917" y="1593704"/>
            <a:ext cx="10309302" cy="5247270"/>
          </a:xfrm>
          <a:prstGeom prst="rect">
            <a:avLst/>
          </a:prstGeom>
          <a:noFill/>
        </p:spPr>
        <p:txBody>
          <a:bodyPr wrap="square" lIns="18288" tIns="9144" rIns="18288" bIns="9144" anchor="t">
            <a:spAutoFit/>
          </a:bodyPr>
          <a:lstStyle/>
          <a:p>
            <a:pPr algn="l" rtl="0" fontAlgn="base">
              <a:lnSpc>
                <a:spcPct val="150000"/>
              </a:lnSpc>
            </a:pPr>
            <a:r>
              <a:rPr lang="es-CO" sz="1200" b="0" i="0" dirty="0">
                <a:solidFill>
                  <a:srgbClr val="000000"/>
                </a:solidFill>
                <a:effectLst/>
                <a:latin typeface="Times New Roman" panose="02020603050405020304" pitchFamily="18" charset="0"/>
              </a:rPr>
              <a:t>​​</a:t>
            </a:r>
            <a:r>
              <a:rPr lang="es-CO" sz="1200" b="0" i="0" dirty="0" err="1">
                <a:solidFill>
                  <a:srgbClr val="000000"/>
                </a:solidFill>
                <a:effectLst/>
                <a:latin typeface="Times New Roman" panose="02020603050405020304" pitchFamily="18" charset="0"/>
              </a:rPr>
              <a:t>Abolhasani</a:t>
            </a:r>
            <a:r>
              <a:rPr lang="es-CO" sz="1200" b="0" i="0" dirty="0">
                <a:solidFill>
                  <a:srgbClr val="000000"/>
                </a:solidFill>
                <a:effectLst/>
                <a:latin typeface="Times New Roman" panose="02020603050405020304" pitchFamily="18" charset="0"/>
              </a:rPr>
              <a:t>, M. S. (</a:t>
            </a:r>
            <a:r>
              <a:rPr lang="es-CO" sz="1200" b="0" i="0" dirty="0" err="1">
                <a:solidFill>
                  <a:srgbClr val="000000"/>
                </a:solidFill>
                <a:effectLst/>
                <a:latin typeface="Times New Roman" panose="02020603050405020304" pitchFamily="18" charset="0"/>
              </a:rPr>
              <a:t>n.d</a:t>
            </a:r>
            <a:r>
              <a:rPr lang="es-CO" sz="1200" b="0" i="0"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Leveraging</a:t>
            </a:r>
            <a:r>
              <a:rPr lang="es-CO" sz="1200" b="0" i="1" dirty="0">
                <a:solidFill>
                  <a:srgbClr val="000000"/>
                </a:solidFill>
                <a:effectLst/>
                <a:latin typeface="Times New Roman" panose="02020603050405020304" pitchFamily="18" charset="0"/>
              </a:rPr>
              <a:t> LLM </a:t>
            </a:r>
            <a:r>
              <a:rPr lang="es-CO" sz="1200" b="0" i="1" dirty="0" err="1">
                <a:solidFill>
                  <a:srgbClr val="000000"/>
                </a:solidFill>
                <a:effectLst/>
                <a:latin typeface="Times New Roman" panose="02020603050405020304" pitchFamily="18" charset="0"/>
              </a:rPr>
              <a:t>for</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Automated</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Ontology</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Extraction</a:t>
            </a:r>
            <a:r>
              <a:rPr lang="es-CO" sz="1200" b="0" i="1" dirty="0">
                <a:solidFill>
                  <a:srgbClr val="000000"/>
                </a:solidFill>
                <a:effectLst/>
                <a:latin typeface="Times New Roman" panose="02020603050405020304" pitchFamily="18" charset="0"/>
              </a:rPr>
              <a:t> and </a:t>
            </a:r>
            <a:r>
              <a:rPr lang="es-CO" sz="1200" b="0" i="1" dirty="0" err="1">
                <a:solidFill>
                  <a:srgbClr val="000000"/>
                </a:solidFill>
                <a:effectLst/>
                <a:latin typeface="Times New Roman" panose="02020603050405020304" pitchFamily="18" charset="0"/>
              </a:rPr>
              <a:t>Knowledge</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Graph</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Generation</a:t>
            </a:r>
            <a:r>
              <a:rPr lang="es-CO" sz="1200" b="0" i="0" dirty="0">
                <a:solidFill>
                  <a:srgbClr val="000000"/>
                </a:solidFill>
                <a:effectLst/>
                <a:latin typeface="Times New Roman" panose="02020603050405020304" pitchFamily="18" charset="0"/>
              </a:rPr>
              <a:t>. </a:t>
            </a:r>
            <a:endParaRPr lang="es-CO" sz="1200" b="0" i="0" dirty="0">
              <a:solidFill>
                <a:srgbClr val="000000"/>
              </a:solidFill>
              <a:effectLst/>
              <a:latin typeface="Segoe UI" panose="020B0502040204020203" pitchFamily="34" charset="0"/>
            </a:endParaRPr>
          </a:p>
          <a:p>
            <a:pPr algn="l" rtl="0" fontAlgn="base">
              <a:lnSpc>
                <a:spcPct val="150000"/>
              </a:lnSpc>
            </a:pPr>
            <a:r>
              <a:rPr lang="es-CO" sz="1200" b="0" i="0" dirty="0">
                <a:solidFill>
                  <a:srgbClr val="000000"/>
                </a:solidFill>
                <a:effectLst/>
                <a:latin typeface="Times New Roman" panose="02020603050405020304" pitchFamily="18" charset="0"/>
              </a:rPr>
              <a:t>​Bai, J., </a:t>
            </a:r>
            <a:r>
              <a:rPr lang="es-CO" sz="1200" b="0" i="0" dirty="0" err="1">
                <a:solidFill>
                  <a:srgbClr val="000000"/>
                </a:solidFill>
                <a:effectLst/>
                <a:latin typeface="Times New Roman" panose="02020603050405020304" pitchFamily="18" charset="0"/>
              </a:rPr>
              <a:t>Mosbach</a:t>
            </a:r>
            <a:r>
              <a:rPr lang="es-CO" sz="1200" b="0" i="0" dirty="0">
                <a:solidFill>
                  <a:srgbClr val="000000"/>
                </a:solidFill>
                <a:effectLst/>
                <a:latin typeface="Times New Roman" panose="02020603050405020304" pitchFamily="18" charset="0"/>
              </a:rPr>
              <a:t>, S., Taylor, C. J., Karan, D., Lee, K. F., </a:t>
            </a:r>
            <a:r>
              <a:rPr lang="es-CO" sz="1200" b="0" i="0" dirty="0" err="1">
                <a:solidFill>
                  <a:srgbClr val="000000"/>
                </a:solidFill>
                <a:effectLst/>
                <a:latin typeface="Times New Roman" panose="02020603050405020304" pitchFamily="18" charset="0"/>
              </a:rPr>
              <a:t>Rihm</a:t>
            </a:r>
            <a:r>
              <a:rPr lang="es-CO" sz="1200" b="0" i="0" dirty="0">
                <a:solidFill>
                  <a:srgbClr val="000000"/>
                </a:solidFill>
                <a:effectLst/>
                <a:latin typeface="Times New Roman" panose="02020603050405020304" pitchFamily="18" charset="0"/>
              </a:rPr>
              <a:t>, S. D., </a:t>
            </a:r>
            <a:r>
              <a:rPr lang="es-CO" sz="1200" b="0" i="0" dirty="0" err="1">
                <a:solidFill>
                  <a:srgbClr val="000000"/>
                </a:solidFill>
                <a:effectLst/>
                <a:latin typeface="Times New Roman" panose="02020603050405020304" pitchFamily="18" charset="0"/>
              </a:rPr>
              <a:t>Akroyd</a:t>
            </a:r>
            <a:r>
              <a:rPr lang="es-CO" sz="1200" b="0" i="0" dirty="0">
                <a:solidFill>
                  <a:srgbClr val="000000"/>
                </a:solidFill>
                <a:effectLst/>
                <a:latin typeface="Times New Roman" panose="02020603050405020304" pitchFamily="18" charset="0"/>
              </a:rPr>
              <a:t>, J., </a:t>
            </a:r>
            <a:r>
              <a:rPr lang="es-CO" sz="1200" b="0" i="0" dirty="0" err="1">
                <a:solidFill>
                  <a:srgbClr val="000000"/>
                </a:solidFill>
                <a:effectLst/>
                <a:latin typeface="Times New Roman" panose="02020603050405020304" pitchFamily="18" charset="0"/>
              </a:rPr>
              <a:t>Lapkin</a:t>
            </a:r>
            <a:r>
              <a:rPr lang="es-CO" sz="1200" b="0" i="0" dirty="0">
                <a:solidFill>
                  <a:srgbClr val="000000"/>
                </a:solidFill>
                <a:effectLst/>
                <a:latin typeface="Times New Roman" panose="02020603050405020304" pitchFamily="18" charset="0"/>
              </a:rPr>
              <a:t>, A. A., &amp; Kraft, M. (2024). A </a:t>
            </a:r>
            <a:r>
              <a:rPr lang="es-CO" sz="1200" b="0" i="0" dirty="0" err="1">
                <a:solidFill>
                  <a:srgbClr val="000000"/>
                </a:solidFill>
                <a:effectLst/>
                <a:latin typeface="Times New Roman" panose="02020603050405020304" pitchFamily="18" charset="0"/>
              </a:rPr>
              <a:t>dynamic</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knowledge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graph</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approach</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to</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distributed</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self-driving</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laboratories</a:t>
            </a:r>
            <a:r>
              <a:rPr lang="es-CO" sz="1200" b="0" i="0"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Nature</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Communications</a:t>
            </a:r>
            <a:r>
              <a:rPr lang="es-CO" sz="1200" b="0" i="0" dirty="0">
                <a:solidFill>
                  <a:srgbClr val="000000"/>
                </a:solidFill>
                <a:effectLst/>
                <a:latin typeface="Times New Roman" panose="02020603050405020304" pitchFamily="18" charset="0"/>
              </a:rPr>
              <a:t>, </a:t>
            </a:r>
            <a:r>
              <a:rPr lang="es-CO" sz="1200" b="0" i="1" dirty="0">
                <a:solidFill>
                  <a:srgbClr val="000000"/>
                </a:solidFill>
                <a:effectLst/>
                <a:latin typeface="Times New Roman" panose="02020603050405020304" pitchFamily="18" charset="0"/>
              </a:rPr>
              <a:t>15</a:t>
            </a:r>
            <a:r>
              <a:rPr lang="es-CO" sz="1200" b="0" i="0" dirty="0">
                <a:solidFill>
                  <a:srgbClr val="000000"/>
                </a:solidFill>
                <a:effectLst/>
                <a:latin typeface="Times New Roman" panose="02020603050405020304" pitchFamily="18" charset="0"/>
              </a:rPr>
              <a:t>(1). https://doi.org/10.1038/s41467-023-44599-9 </a:t>
            </a:r>
            <a:endParaRPr lang="es-CO" sz="1200" b="0" i="0" dirty="0">
              <a:solidFill>
                <a:srgbClr val="000000"/>
              </a:solidFill>
              <a:effectLst/>
              <a:latin typeface="Segoe UI" panose="020B0502040204020203" pitchFamily="34" charset="0"/>
            </a:endParaRPr>
          </a:p>
          <a:p>
            <a:pPr algn="l" rtl="0" fontAlgn="base">
              <a:lnSpc>
                <a:spcPct val="150000"/>
              </a:lnSpc>
            </a:pPr>
            <a:r>
              <a:rPr lang="es-CO" sz="1200" b="0" i="0" dirty="0">
                <a:solidFill>
                  <a:srgbClr val="000000"/>
                </a:solidFill>
                <a:effectLst/>
                <a:latin typeface="Times New Roman" panose="02020603050405020304" pitchFamily="18" charset="0"/>
              </a:rPr>
              <a:t>​Chen, J., </a:t>
            </a:r>
            <a:r>
              <a:rPr lang="es-CO" sz="1200" b="0" i="0" dirty="0" err="1">
                <a:solidFill>
                  <a:srgbClr val="000000"/>
                </a:solidFill>
                <a:effectLst/>
                <a:latin typeface="Times New Roman" panose="02020603050405020304" pitchFamily="18" charset="0"/>
              </a:rPr>
              <a:t>Xu</a:t>
            </a:r>
            <a:r>
              <a:rPr lang="es-CO" sz="1200" b="0" i="0" dirty="0">
                <a:solidFill>
                  <a:srgbClr val="000000"/>
                </a:solidFill>
                <a:effectLst/>
                <a:latin typeface="Times New Roman" panose="02020603050405020304" pitchFamily="18" charset="0"/>
              </a:rPr>
              <a:t>, X., Liu, J., Gao, Y., </a:t>
            </a:r>
            <a:r>
              <a:rPr lang="es-CO" sz="1200" b="0" i="0" dirty="0" err="1">
                <a:solidFill>
                  <a:srgbClr val="000000"/>
                </a:solidFill>
                <a:effectLst/>
                <a:latin typeface="Times New Roman" panose="02020603050405020304" pitchFamily="18" charset="0"/>
              </a:rPr>
              <a:t>Guo</a:t>
            </a:r>
            <a:r>
              <a:rPr lang="es-CO" sz="1200" b="0" i="0" dirty="0">
                <a:solidFill>
                  <a:srgbClr val="000000"/>
                </a:solidFill>
                <a:effectLst/>
                <a:latin typeface="Times New Roman" panose="02020603050405020304" pitchFamily="18" charset="0"/>
              </a:rPr>
              <a:t>, J., </a:t>
            </a:r>
            <a:r>
              <a:rPr lang="es-CO" sz="1200" b="0" i="0" dirty="0" err="1">
                <a:solidFill>
                  <a:srgbClr val="000000"/>
                </a:solidFill>
                <a:effectLst/>
                <a:latin typeface="Times New Roman" panose="02020603050405020304" pitchFamily="18" charset="0"/>
              </a:rPr>
              <a:t>Ding</a:t>
            </a:r>
            <a:r>
              <a:rPr lang="es-CO" sz="1200" b="0" i="0" dirty="0">
                <a:solidFill>
                  <a:srgbClr val="000000"/>
                </a:solidFill>
                <a:effectLst/>
                <a:latin typeface="Times New Roman" panose="02020603050405020304" pitchFamily="18" charset="0"/>
              </a:rPr>
              <a:t>, Z., Zhang, M., Zhu, J., &amp; He, Y. (2026). </a:t>
            </a:r>
            <a:r>
              <a:rPr lang="es-CO" sz="1200" b="0" i="0" dirty="0" err="1">
                <a:solidFill>
                  <a:srgbClr val="000000"/>
                </a:solidFill>
                <a:effectLst/>
                <a:latin typeface="Times New Roman" panose="02020603050405020304" pitchFamily="18" charset="0"/>
              </a:rPr>
              <a:t>Ontology-Driven</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Automatic</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Scoring</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of</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Mechanization</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Rate</a:t>
            </a:r>
            <a:r>
              <a:rPr lang="es-CO" sz="1200" b="0" i="0" dirty="0">
                <a:solidFill>
                  <a:srgbClr val="000000"/>
                </a:solidFill>
                <a:effectLst/>
                <a:latin typeface="Times New Roman" panose="02020603050405020304" pitchFamily="18" charset="0"/>
              </a:rPr>
              <a:t> in </a:t>
            </a:r>
            <a:r>
              <a:rPr lang="es-CO" sz="1200" b="0" i="0" dirty="0" err="1">
                <a:solidFill>
                  <a:srgbClr val="000000"/>
                </a:solidFill>
                <a:effectLst/>
                <a:latin typeface="Times New Roman" panose="02020603050405020304" pitchFamily="18" charset="0"/>
              </a:rPr>
              <a:t>Power</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Grid</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Construction</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Projects</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Using</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Large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Language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Models</a:t>
            </a:r>
            <a:r>
              <a:rPr lang="es-CO" sz="1200" b="0" i="0"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Buildings</a:t>
            </a:r>
            <a:r>
              <a:rPr lang="es-CO" sz="1200" b="0" i="0" dirty="0">
                <a:solidFill>
                  <a:srgbClr val="000000"/>
                </a:solidFill>
                <a:effectLst/>
                <a:latin typeface="Times New Roman" panose="02020603050405020304" pitchFamily="18" charset="0"/>
              </a:rPr>
              <a:t>, </a:t>
            </a:r>
            <a:r>
              <a:rPr lang="es-CO" sz="1200" b="0" i="1" dirty="0">
                <a:solidFill>
                  <a:srgbClr val="000000"/>
                </a:solidFill>
                <a:effectLst/>
                <a:latin typeface="Times New Roman" panose="02020603050405020304" pitchFamily="18" charset="0"/>
              </a:rPr>
              <a:t>16</a:t>
            </a:r>
            <a:r>
              <a:rPr lang="es-CO" sz="1200" b="0" i="0" dirty="0">
                <a:solidFill>
                  <a:srgbClr val="000000"/>
                </a:solidFill>
                <a:effectLst/>
                <a:latin typeface="Times New Roman" panose="02020603050405020304" pitchFamily="18" charset="0"/>
              </a:rPr>
              <a:t>(5). https://doi.org/10.3390/buildings16051010 </a:t>
            </a:r>
            <a:endParaRPr lang="es-CO" sz="1200" b="0" i="0" dirty="0">
              <a:solidFill>
                <a:srgbClr val="000000"/>
              </a:solidFill>
              <a:effectLst/>
              <a:latin typeface="Segoe UI" panose="020B0502040204020203" pitchFamily="34" charset="0"/>
            </a:endParaRPr>
          </a:p>
          <a:p>
            <a:pPr algn="l" rtl="0" fontAlgn="base">
              <a:lnSpc>
                <a:spcPct val="150000"/>
              </a:lnSpc>
            </a:pPr>
            <a:r>
              <a:rPr lang="es-CO" sz="1200" b="0" i="0" dirty="0">
                <a:solidFill>
                  <a:srgbClr val="000000"/>
                </a:solidFill>
                <a:effectLst/>
                <a:latin typeface="Times New Roman" panose="02020603050405020304" pitchFamily="18" charset="0"/>
              </a:rPr>
              <a:t>​</a:t>
            </a:r>
            <a:r>
              <a:rPr lang="es-CO" sz="1200" b="0" i="0" dirty="0" err="1">
                <a:solidFill>
                  <a:srgbClr val="000000"/>
                </a:solidFill>
                <a:effectLst/>
                <a:latin typeface="Times New Roman" panose="02020603050405020304" pitchFamily="18" charset="0"/>
              </a:rPr>
              <a:t>Fathallah</a:t>
            </a:r>
            <a:r>
              <a:rPr lang="es-CO" sz="1200" b="0" i="0" dirty="0">
                <a:solidFill>
                  <a:srgbClr val="000000"/>
                </a:solidFill>
                <a:effectLst/>
                <a:latin typeface="Times New Roman" panose="02020603050405020304" pitchFamily="18" charset="0"/>
              </a:rPr>
              <a:t>, N., </a:t>
            </a:r>
            <a:r>
              <a:rPr lang="es-CO" sz="1200" b="0" i="0" dirty="0" err="1">
                <a:solidFill>
                  <a:srgbClr val="000000"/>
                </a:solidFill>
                <a:effectLst/>
                <a:latin typeface="Times New Roman" panose="02020603050405020304" pitchFamily="18" charset="0"/>
              </a:rPr>
              <a:t>Staab</a:t>
            </a:r>
            <a:r>
              <a:rPr lang="es-CO" sz="1200" b="0" i="0" dirty="0">
                <a:solidFill>
                  <a:srgbClr val="000000"/>
                </a:solidFill>
                <a:effectLst/>
                <a:latin typeface="Times New Roman" panose="02020603050405020304" pitchFamily="18" charset="0"/>
              </a:rPr>
              <a:t>, S., &amp; </a:t>
            </a:r>
            <a:r>
              <a:rPr lang="es-CO" sz="1200" b="0" i="0" dirty="0" err="1">
                <a:solidFill>
                  <a:srgbClr val="000000"/>
                </a:solidFill>
                <a:effectLst/>
                <a:latin typeface="Times New Roman" panose="02020603050405020304" pitchFamily="18" charset="0"/>
              </a:rPr>
              <a:t>Algergawy</a:t>
            </a:r>
            <a:r>
              <a:rPr lang="es-CO" sz="1200" b="0" i="0" dirty="0">
                <a:solidFill>
                  <a:srgbClr val="000000"/>
                </a:solidFill>
                <a:effectLst/>
                <a:latin typeface="Times New Roman" panose="02020603050405020304" pitchFamily="18" charset="0"/>
              </a:rPr>
              <a:t>, A. (2024a). </a:t>
            </a:r>
            <a:r>
              <a:rPr lang="es-CO" sz="1200" b="0" i="1" dirty="0">
                <a:solidFill>
                  <a:srgbClr val="000000"/>
                </a:solidFill>
                <a:effectLst/>
                <a:latin typeface="Times New Roman" panose="02020603050405020304" pitchFamily="18" charset="0"/>
              </a:rPr>
              <a:t>LLMs4Life: </a:t>
            </a:r>
            <a:r>
              <a:rPr lang="es-CO" sz="1200" b="0" i="1" dirty="0" err="1">
                <a:solidFill>
                  <a:srgbClr val="000000"/>
                </a:solidFill>
                <a:effectLst/>
                <a:latin typeface="Times New Roman" panose="02020603050405020304" pitchFamily="18" charset="0"/>
              </a:rPr>
              <a:t>Large</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Language</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Models</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for</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Ontology</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Learning</a:t>
            </a:r>
            <a:r>
              <a:rPr lang="es-CO" sz="1200" b="0" i="1" dirty="0">
                <a:solidFill>
                  <a:srgbClr val="000000"/>
                </a:solidFill>
                <a:effectLst/>
                <a:latin typeface="Times New Roman" panose="02020603050405020304" pitchFamily="18" charset="0"/>
              </a:rPr>
              <a:t> in </a:t>
            </a:r>
            <a:r>
              <a:rPr lang="es-CO" sz="1200" b="0" i="1" dirty="0" err="1">
                <a:solidFill>
                  <a:srgbClr val="000000"/>
                </a:solidFill>
                <a:effectLst/>
                <a:latin typeface="Times New Roman" panose="02020603050405020304" pitchFamily="18" charset="0"/>
              </a:rPr>
              <a:t>Life</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Sciences</a:t>
            </a:r>
            <a:r>
              <a:rPr lang="es-CO" sz="1200" b="0" i="0" dirty="0">
                <a:solidFill>
                  <a:srgbClr val="000000"/>
                </a:solidFill>
                <a:effectLst/>
                <a:latin typeface="Times New Roman" panose="02020603050405020304" pitchFamily="18" charset="0"/>
              </a:rPr>
              <a:t>. http://arxiv.org/abs/2412.02035 </a:t>
            </a:r>
            <a:endParaRPr lang="es-CO" sz="1200" b="0" i="0" dirty="0">
              <a:solidFill>
                <a:srgbClr val="000000"/>
              </a:solidFill>
              <a:effectLst/>
              <a:latin typeface="Segoe UI" panose="020B0502040204020203" pitchFamily="34" charset="0"/>
            </a:endParaRPr>
          </a:p>
          <a:p>
            <a:pPr algn="l" rtl="0" fontAlgn="base">
              <a:lnSpc>
                <a:spcPct val="150000"/>
              </a:lnSpc>
            </a:pPr>
            <a:r>
              <a:rPr lang="es-CO" sz="1200" b="0" i="0" dirty="0">
                <a:solidFill>
                  <a:srgbClr val="000000"/>
                </a:solidFill>
                <a:effectLst/>
                <a:latin typeface="Times New Roman" panose="02020603050405020304" pitchFamily="18" charset="0"/>
              </a:rPr>
              <a:t>​</a:t>
            </a:r>
            <a:r>
              <a:rPr lang="es-CO" sz="1200" b="0" i="0" dirty="0" err="1">
                <a:solidFill>
                  <a:srgbClr val="000000"/>
                </a:solidFill>
                <a:effectLst/>
                <a:latin typeface="Times New Roman" panose="02020603050405020304" pitchFamily="18" charset="0"/>
              </a:rPr>
              <a:t>Fathallah</a:t>
            </a:r>
            <a:r>
              <a:rPr lang="es-CO" sz="1200" b="0" i="0" dirty="0">
                <a:solidFill>
                  <a:srgbClr val="000000"/>
                </a:solidFill>
                <a:effectLst/>
                <a:latin typeface="Times New Roman" panose="02020603050405020304" pitchFamily="18" charset="0"/>
              </a:rPr>
              <a:t>, N., </a:t>
            </a:r>
            <a:r>
              <a:rPr lang="es-CO" sz="1200" b="0" i="0" dirty="0" err="1">
                <a:solidFill>
                  <a:srgbClr val="000000"/>
                </a:solidFill>
                <a:effectLst/>
                <a:latin typeface="Times New Roman" panose="02020603050405020304" pitchFamily="18" charset="0"/>
              </a:rPr>
              <a:t>Staab</a:t>
            </a:r>
            <a:r>
              <a:rPr lang="es-CO" sz="1200" b="0" i="0" dirty="0">
                <a:solidFill>
                  <a:srgbClr val="000000"/>
                </a:solidFill>
                <a:effectLst/>
                <a:latin typeface="Times New Roman" panose="02020603050405020304" pitchFamily="18" charset="0"/>
              </a:rPr>
              <a:t>, S., &amp; </a:t>
            </a:r>
            <a:r>
              <a:rPr lang="es-CO" sz="1200" b="0" i="0" dirty="0" err="1">
                <a:solidFill>
                  <a:srgbClr val="000000"/>
                </a:solidFill>
                <a:effectLst/>
                <a:latin typeface="Times New Roman" panose="02020603050405020304" pitchFamily="18" charset="0"/>
              </a:rPr>
              <a:t>Algergawy</a:t>
            </a:r>
            <a:r>
              <a:rPr lang="es-CO" sz="1200" b="0" i="0" dirty="0">
                <a:solidFill>
                  <a:srgbClr val="000000"/>
                </a:solidFill>
                <a:effectLst/>
                <a:latin typeface="Times New Roman" panose="02020603050405020304" pitchFamily="18" charset="0"/>
              </a:rPr>
              <a:t>, A. (2024b). </a:t>
            </a:r>
            <a:r>
              <a:rPr lang="es-CO" sz="1200" b="0" i="1" dirty="0">
                <a:solidFill>
                  <a:srgbClr val="000000"/>
                </a:solidFill>
                <a:effectLst/>
                <a:latin typeface="Times New Roman" panose="02020603050405020304" pitchFamily="18" charset="0"/>
              </a:rPr>
              <a:t>LLMs4Life: </a:t>
            </a:r>
            <a:r>
              <a:rPr lang="es-CO" sz="1200" b="0" i="1" dirty="0" err="1">
                <a:solidFill>
                  <a:srgbClr val="000000"/>
                </a:solidFill>
                <a:effectLst/>
                <a:latin typeface="Times New Roman" panose="02020603050405020304" pitchFamily="18" charset="0"/>
              </a:rPr>
              <a:t>Large</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Language</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Models</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for</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Ontology</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Learning</a:t>
            </a:r>
            <a:r>
              <a:rPr lang="es-CO" sz="1200" b="0" i="1" dirty="0">
                <a:solidFill>
                  <a:srgbClr val="000000"/>
                </a:solidFill>
                <a:effectLst/>
                <a:latin typeface="Times New Roman" panose="02020603050405020304" pitchFamily="18" charset="0"/>
              </a:rPr>
              <a:t> in </a:t>
            </a:r>
            <a:r>
              <a:rPr lang="es-CO" sz="1200" b="0" i="1" dirty="0" err="1">
                <a:solidFill>
                  <a:srgbClr val="000000"/>
                </a:solidFill>
                <a:effectLst/>
                <a:latin typeface="Times New Roman" panose="02020603050405020304" pitchFamily="18" charset="0"/>
              </a:rPr>
              <a:t>Life</a:t>
            </a:r>
            <a:r>
              <a:rPr lang="es-CO" sz="1200" b="0" i="1"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Sciences</a:t>
            </a:r>
            <a:r>
              <a:rPr lang="es-CO" sz="1200" b="0" i="0" dirty="0">
                <a:solidFill>
                  <a:srgbClr val="000000"/>
                </a:solidFill>
                <a:effectLst/>
                <a:latin typeface="Times New Roman" panose="02020603050405020304" pitchFamily="18" charset="0"/>
              </a:rPr>
              <a:t>. http://arxiv.org/abs/2412.02035 </a:t>
            </a:r>
            <a:endParaRPr lang="es-CO" sz="1200" b="0" i="0" dirty="0">
              <a:solidFill>
                <a:srgbClr val="000000"/>
              </a:solidFill>
              <a:effectLst/>
              <a:latin typeface="Segoe UI" panose="020B0502040204020203" pitchFamily="34" charset="0"/>
            </a:endParaRPr>
          </a:p>
          <a:p>
            <a:pPr algn="l" rtl="0" fontAlgn="base">
              <a:lnSpc>
                <a:spcPct val="150000"/>
              </a:lnSpc>
            </a:pPr>
            <a:r>
              <a:rPr lang="es-CO" sz="1200" b="0" i="0" dirty="0">
                <a:solidFill>
                  <a:srgbClr val="000000"/>
                </a:solidFill>
                <a:effectLst/>
                <a:latin typeface="Times New Roman" panose="02020603050405020304" pitchFamily="18" charset="0"/>
              </a:rPr>
              <a:t>​Manda, P. (2025a). </a:t>
            </a:r>
            <a:r>
              <a:rPr lang="es-CO" sz="1200" b="0" i="0" dirty="0" err="1">
                <a:solidFill>
                  <a:srgbClr val="000000"/>
                </a:solidFill>
                <a:effectLst/>
                <a:latin typeface="Times New Roman" panose="02020603050405020304" pitchFamily="18" charset="0"/>
              </a:rPr>
              <a:t>Large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Language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Models</a:t>
            </a:r>
            <a:r>
              <a:rPr lang="es-CO" sz="1200" b="0" i="0" dirty="0">
                <a:solidFill>
                  <a:srgbClr val="000000"/>
                </a:solidFill>
                <a:effectLst/>
                <a:latin typeface="Times New Roman" panose="02020603050405020304" pitchFamily="18" charset="0"/>
              </a:rPr>
              <a:t> in Bio-</a:t>
            </a:r>
            <a:r>
              <a:rPr lang="es-CO" sz="1200" b="0" i="0" dirty="0" err="1">
                <a:solidFill>
                  <a:srgbClr val="000000"/>
                </a:solidFill>
                <a:effectLst/>
                <a:latin typeface="Times New Roman" panose="02020603050405020304" pitchFamily="18" charset="0"/>
              </a:rPr>
              <a:t>Ontology</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Research</a:t>
            </a:r>
            <a:r>
              <a:rPr lang="es-CO" sz="1200" b="0" i="0" dirty="0">
                <a:solidFill>
                  <a:srgbClr val="000000"/>
                </a:solidFill>
                <a:effectLst/>
                <a:latin typeface="Times New Roman" panose="02020603050405020304" pitchFamily="18" charset="0"/>
              </a:rPr>
              <a:t>: A </a:t>
            </a:r>
            <a:r>
              <a:rPr lang="es-CO" sz="1200" b="0" i="0" dirty="0" err="1">
                <a:solidFill>
                  <a:srgbClr val="000000"/>
                </a:solidFill>
                <a:effectLst/>
                <a:latin typeface="Times New Roman" panose="02020603050405020304" pitchFamily="18" charset="0"/>
              </a:rPr>
              <a:t>Review</a:t>
            </a:r>
            <a:r>
              <a:rPr lang="es-CO" sz="1200" b="0" i="0" dirty="0">
                <a:solidFill>
                  <a:srgbClr val="000000"/>
                </a:solidFill>
                <a:effectLst/>
                <a:latin typeface="Times New Roman" panose="02020603050405020304" pitchFamily="18" charset="0"/>
              </a:rPr>
              <a:t>. In </a:t>
            </a:r>
            <a:r>
              <a:rPr lang="es-CO" sz="1200" b="0" i="1" dirty="0" err="1">
                <a:solidFill>
                  <a:srgbClr val="000000"/>
                </a:solidFill>
                <a:effectLst/>
                <a:latin typeface="Times New Roman" panose="02020603050405020304" pitchFamily="18" charset="0"/>
              </a:rPr>
              <a:t>Bioengineering</a:t>
            </a:r>
            <a:r>
              <a:rPr lang="es-CO" sz="1200" b="0" i="0" dirty="0">
                <a:solidFill>
                  <a:srgbClr val="000000"/>
                </a:solidFill>
                <a:effectLst/>
                <a:latin typeface="Times New Roman" panose="02020603050405020304" pitchFamily="18" charset="0"/>
              </a:rPr>
              <a:t> (Vol. 12, </a:t>
            </a:r>
            <a:r>
              <a:rPr lang="es-CO" sz="1200" b="0" i="0" dirty="0" err="1">
                <a:solidFill>
                  <a:srgbClr val="000000"/>
                </a:solidFill>
                <a:effectLst/>
                <a:latin typeface="Times New Roman" panose="02020603050405020304" pitchFamily="18" charset="0"/>
              </a:rPr>
              <a:t>Number</a:t>
            </a:r>
            <a:r>
              <a:rPr lang="es-CO" sz="1200" b="0" i="0" dirty="0">
                <a:solidFill>
                  <a:srgbClr val="000000"/>
                </a:solidFill>
                <a:effectLst/>
                <a:latin typeface="Times New Roman" panose="02020603050405020304" pitchFamily="18" charset="0"/>
              </a:rPr>
              <a:t> 11). </a:t>
            </a:r>
            <a:r>
              <a:rPr lang="es-CO" sz="1200" b="0" i="0" dirty="0" err="1">
                <a:solidFill>
                  <a:srgbClr val="000000"/>
                </a:solidFill>
                <a:effectLst/>
                <a:latin typeface="Times New Roman" panose="02020603050405020304" pitchFamily="18" charset="0"/>
              </a:rPr>
              <a:t>Multidisciplinary</a:t>
            </a:r>
            <a:r>
              <a:rPr lang="es-CO" sz="1200" b="0" i="0" dirty="0">
                <a:solidFill>
                  <a:srgbClr val="000000"/>
                </a:solidFill>
                <a:effectLst/>
                <a:latin typeface="Times New Roman" panose="02020603050405020304" pitchFamily="18" charset="0"/>
              </a:rPr>
              <a:t> Digital Publishing 	</a:t>
            </a:r>
            <a:r>
              <a:rPr lang="es-CO" sz="1200" b="0" i="0" dirty="0" err="1">
                <a:solidFill>
                  <a:srgbClr val="000000"/>
                </a:solidFill>
                <a:effectLst/>
                <a:latin typeface="Times New Roman" panose="02020603050405020304" pitchFamily="18" charset="0"/>
              </a:rPr>
              <a:t>Institute</a:t>
            </a:r>
            <a:r>
              <a:rPr lang="es-CO" sz="1200" b="0" i="0" dirty="0">
                <a:solidFill>
                  <a:srgbClr val="000000"/>
                </a:solidFill>
                <a:effectLst/>
                <a:latin typeface="Times New Roman" panose="02020603050405020304" pitchFamily="18" charset="0"/>
              </a:rPr>
              <a:t> (MDPI). https://doi.org/10.3390/bioengineering12111260 </a:t>
            </a:r>
            <a:endParaRPr lang="es-CO" sz="1200" b="0" i="0" dirty="0">
              <a:solidFill>
                <a:srgbClr val="000000"/>
              </a:solidFill>
              <a:effectLst/>
              <a:latin typeface="Segoe UI" panose="020B0502040204020203" pitchFamily="34" charset="0"/>
            </a:endParaRPr>
          </a:p>
          <a:p>
            <a:pPr algn="l" rtl="0" fontAlgn="base">
              <a:lnSpc>
                <a:spcPct val="150000"/>
              </a:lnSpc>
            </a:pPr>
            <a:r>
              <a:rPr lang="es-CO" sz="1200" b="0" i="0" dirty="0">
                <a:solidFill>
                  <a:srgbClr val="000000"/>
                </a:solidFill>
                <a:effectLst/>
                <a:latin typeface="Times New Roman" panose="02020603050405020304" pitchFamily="18" charset="0"/>
              </a:rPr>
              <a:t>​Manda, P. (2025b). </a:t>
            </a:r>
            <a:r>
              <a:rPr lang="es-CO" sz="1200" b="0" i="0" dirty="0" err="1">
                <a:solidFill>
                  <a:srgbClr val="000000"/>
                </a:solidFill>
                <a:effectLst/>
                <a:latin typeface="Times New Roman" panose="02020603050405020304" pitchFamily="18" charset="0"/>
              </a:rPr>
              <a:t>Large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Language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Models</a:t>
            </a:r>
            <a:r>
              <a:rPr lang="es-CO" sz="1200" b="0" i="0" dirty="0">
                <a:solidFill>
                  <a:srgbClr val="000000"/>
                </a:solidFill>
                <a:effectLst/>
                <a:latin typeface="Times New Roman" panose="02020603050405020304" pitchFamily="18" charset="0"/>
              </a:rPr>
              <a:t> in Bio-</a:t>
            </a:r>
            <a:r>
              <a:rPr lang="es-CO" sz="1200" b="0" i="0" dirty="0" err="1">
                <a:solidFill>
                  <a:srgbClr val="000000"/>
                </a:solidFill>
                <a:effectLst/>
                <a:latin typeface="Times New Roman" panose="02020603050405020304" pitchFamily="18" charset="0"/>
              </a:rPr>
              <a:t>Ontology</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Research</a:t>
            </a:r>
            <a:r>
              <a:rPr lang="es-CO" sz="1200" b="0" i="0" dirty="0">
                <a:solidFill>
                  <a:srgbClr val="000000"/>
                </a:solidFill>
                <a:effectLst/>
                <a:latin typeface="Times New Roman" panose="02020603050405020304" pitchFamily="18" charset="0"/>
              </a:rPr>
              <a:t>: A </a:t>
            </a:r>
            <a:r>
              <a:rPr lang="es-CO" sz="1200" b="0" i="0" dirty="0" err="1">
                <a:solidFill>
                  <a:srgbClr val="000000"/>
                </a:solidFill>
                <a:effectLst/>
                <a:latin typeface="Times New Roman" panose="02020603050405020304" pitchFamily="18" charset="0"/>
              </a:rPr>
              <a:t>Review</a:t>
            </a:r>
            <a:r>
              <a:rPr lang="es-CO" sz="1200" b="0" i="0" dirty="0">
                <a:solidFill>
                  <a:srgbClr val="000000"/>
                </a:solidFill>
                <a:effectLst/>
                <a:latin typeface="Times New Roman" panose="02020603050405020304" pitchFamily="18" charset="0"/>
              </a:rPr>
              <a:t>. In </a:t>
            </a:r>
            <a:r>
              <a:rPr lang="es-CO" sz="1200" b="0" i="1" dirty="0" err="1">
                <a:solidFill>
                  <a:srgbClr val="000000"/>
                </a:solidFill>
                <a:effectLst/>
                <a:latin typeface="Times New Roman" panose="02020603050405020304" pitchFamily="18" charset="0"/>
              </a:rPr>
              <a:t>Bioengineering</a:t>
            </a:r>
            <a:r>
              <a:rPr lang="es-CO" sz="1200" b="0" i="0" dirty="0">
                <a:solidFill>
                  <a:srgbClr val="000000"/>
                </a:solidFill>
                <a:effectLst/>
                <a:latin typeface="Times New Roman" panose="02020603050405020304" pitchFamily="18" charset="0"/>
              </a:rPr>
              <a:t> (Vol. 12, </a:t>
            </a:r>
            <a:r>
              <a:rPr lang="es-CO" sz="1200" b="0" i="0" dirty="0" err="1">
                <a:solidFill>
                  <a:srgbClr val="000000"/>
                </a:solidFill>
                <a:effectLst/>
                <a:latin typeface="Times New Roman" panose="02020603050405020304" pitchFamily="18" charset="0"/>
              </a:rPr>
              <a:t>Number</a:t>
            </a:r>
            <a:r>
              <a:rPr lang="es-CO" sz="1200" b="0" i="0" dirty="0">
                <a:solidFill>
                  <a:srgbClr val="000000"/>
                </a:solidFill>
                <a:effectLst/>
                <a:latin typeface="Times New Roman" panose="02020603050405020304" pitchFamily="18" charset="0"/>
              </a:rPr>
              <a:t> 11). </a:t>
            </a:r>
            <a:r>
              <a:rPr lang="es-CO" sz="1200" b="0" i="0" dirty="0" err="1">
                <a:solidFill>
                  <a:srgbClr val="000000"/>
                </a:solidFill>
                <a:effectLst/>
                <a:latin typeface="Times New Roman" panose="02020603050405020304" pitchFamily="18" charset="0"/>
              </a:rPr>
              <a:t>Multidisciplinary</a:t>
            </a:r>
            <a:r>
              <a:rPr lang="es-CO" sz="1200" b="0" i="0" dirty="0">
                <a:solidFill>
                  <a:srgbClr val="000000"/>
                </a:solidFill>
                <a:effectLst/>
                <a:latin typeface="Times New Roman" panose="02020603050405020304" pitchFamily="18" charset="0"/>
              </a:rPr>
              <a:t> Digital Publishing 	</a:t>
            </a:r>
            <a:r>
              <a:rPr lang="es-CO" sz="1200" b="0" i="0" dirty="0" err="1">
                <a:solidFill>
                  <a:srgbClr val="000000"/>
                </a:solidFill>
                <a:effectLst/>
                <a:latin typeface="Times New Roman" panose="02020603050405020304" pitchFamily="18" charset="0"/>
              </a:rPr>
              <a:t>Institute</a:t>
            </a:r>
            <a:r>
              <a:rPr lang="es-CO" sz="1200" b="0" i="0" dirty="0">
                <a:solidFill>
                  <a:srgbClr val="000000"/>
                </a:solidFill>
                <a:effectLst/>
                <a:latin typeface="Times New Roman" panose="02020603050405020304" pitchFamily="18" charset="0"/>
              </a:rPr>
              <a:t> (MDPI). https://doi.org/10.3390/bioengineering12111260 </a:t>
            </a:r>
            <a:endParaRPr lang="es-CO" sz="1200" b="0" i="0" dirty="0">
              <a:solidFill>
                <a:srgbClr val="000000"/>
              </a:solidFill>
              <a:effectLst/>
              <a:latin typeface="Segoe UI" panose="020B0502040204020203" pitchFamily="34" charset="0"/>
            </a:endParaRPr>
          </a:p>
          <a:p>
            <a:pPr algn="l" rtl="0" fontAlgn="base">
              <a:lnSpc>
                <a:spcPct val="150000"/>
              </a:lnSpc>
            </a:pPr>
            <a:r>
              <a:rPr lang="es-CO" sz="1200" b="0" i="0" dirty="0">
                <a:solidFill>
                  <a:srgbClr val="000000"/>
                </a:solidFill>
                <a:effectLst/>
                <a:latin typeface="Times New Roman" panose="02020603050405020304" pitchFamily="18" charset="0"/>
              </a:rPr>
              <a:t>​Val-Calvo, M., Egaña Aranguren, M., Mulero-Hernández, J., Almagro-Hernández, G., </a:t>
            </a:r>
            <a:r>
              <a:rPr lang="es-CO" sz="1200" b="0" i="0" dirty="0" err="1">
                <a:solidFill>
                  <a:srgbClr val="000000"/>
                </a:solidFill>
                <a:effectLst/>
                <a:latin typeface="Times New Roman" panose="02020603050405020304" pitchFamily="18" charset="0"/>
              </a:rPr>
              <a:t>Deshmukh</a:t>
            </a:r>
            <a:r>
              <a:rPr lang="es-CO" sz="1200" b="0" i="0" dirty="0">
                <a:solidFill>
                  <a:srgbClr val="000000"/>
                </a:solidFill>
                <a:effectLst/>
                <a:latin typeface="Times New Roman" panose="02020603050405020304" pitchFamily="18" charset="0"/>
              </a:rPr>
              <a:t>, P., Bernabé-Díaz, J. A., Espinoza-Arias, P., Sánchez-Fernández, J. L., Mueller, J., &amp; Fernández-</a:t>
            </a:r>
            <a:r>
              <a:rPr lang="es-CO" sz="1200" b="0" i="0" dirty="0" err="1">
                <a:solidFill>
                  <a:srgbClr val="000000"/>
                </a:solidFill>
                <a:effectLst/>
                <a:latin typeface="Times New Roman" panose="02020603050405020304" pitchFamily="18" charset="0"/>
              </a:rPr>
              <a:t>Breis</a:t>
            </a:r>
            <a:r>
              <a:rPr lang="es-CO" sz="1200" b="0" i="0" dirty="0">
                <a:solidFill>
                  <a:srgbClr val="000000"/>
                </a:solidFill>
                <a:effectLst/>
                <a:latin typeface="Times New Roman" panose="02020603050405020304" pitchFamily="18" charset="0"/>
              </a:rPr>
              <a:t>, J. T. (2025a). </a:t>
            </a:r>
            <a:r>
              <a:rPr lang="es-CO" sz="1200" b="0" i="0" dirty="0" err="1">
                <a:solidFill>
                  <a:srgbClr val="000000"/>
                </a:solidFill>
                <a:effectLst/>
                <a:latin typeface="Times New Roman" panose="02020603050405020304" pitchFamily="18" charset="0"/>
              </a:rPr>
              <a:t>OntoGenix</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Leveraging</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Large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Language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Models</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for</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enhanced</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ontology</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engineering</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from</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datasets</a:t>
            </a:r>
            <a:r>
              <a:rPr lang="es-CO" sz="1200" b="0" i="0"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Information</a:t>
            </a:r>
            <a:r>
              <a:rPr lang="es-CO" sz="1200" b="0" i="1" dirty="0">
                <a:solidFill>
                  <a:srgbClr val="000000"/>
                </a:solidFill>
                <a:effectLst/>
                <a:latin typeface="Times New Roman" panose="02020603050405020304" pitchFamily="18" charset="0"/>
              </a:rPr>
              <a:t> 	Processing and Management</a:t>
            </a:r>
            <a:r>
              <a:rPr lang="es-CO" sz="1200" b="0" i="0" dirty="0">
                <a:solidFill>
                  <a:srgbClr val="000000"/>
                </a:solidFill>
                <a:effectLst/>
                <a:latin typeface="Times New Roman" panose="02020603050405020304" pitchFamily="18" charset="0"/>
              </a:rPr>
              <a:t>, </a:t>
            </a:r>
            <a:r>
              <a:rPr lang="es-CO" sz="1200" b="0" i="1" dirty="0">
                <a:solidFill>
                  <a:srgbClr val="000000"/>
                </a:solidFill>
                <a:effectLst/>
                <a:latin typeface="Times New Roman" panose="02020603050405020304" pitchFamily="18" charset="0"/>
              </a:rPr>
              <a:t>62</a:t>
            </a:r>
            <a:r>
              <a:rPr lang="es-CO" sz="1200" b="0" i="0" dirty="0">
                <a:solidFill>
                  <a:srgbClr val="000000"/>
                </a:solidFill>
                <a:effectLst/>
                <a:latin typeface="Times New Roman" panose="02020603050405020304" pitchFamily="18" charset="0"/>
              </a:rPr>
              <a:t>(3). https://doi.org/10.1016/j.ipm.2024.104042 </a:t>
            </a:r>
            <a:endParaRPr lang="es-CO" sz="1200" b="0" i="0" dirty="0">
              <a:solidFill>
                <a:srgbClr val="000000"/>
              </a:solidFill>
              <a:effectLst/>
              <a:latin typeface="Segoe UI" panose="020B0502040204020203" pitchFamily="34" charset="0"/>
            </a:endParaRPr>
          </a:p>
          <a:p>
            <a:pPr algn="l" rtl="0" fontAlgn="base">
              <a:lnSpc>
                <a:spcPct val="150000"/>
              </a:lnSpc>
            </a:pPr>
            <a:r>
              <a:rPr lang="es-CO" sz="1200" b="0" i="0" dirty="0">
                <a:solidFill>
                  <a:srgbClr val="000000"/>
                </a:solidFill>
                <a:effectLst/>
                <a:latin typeface="Times New Roman" panose="02020603050405020304" pitchFamily="18" charset="0"/>
              </a:rPr>
              <a:t>​Val-Calvo, M., Egaña Aranguren, M., Mulero-Hernández, J., Almagro-Hernández, G., </a:t>
            </a:r>
            <a:r>
              <a:rPr lang="es-CO" sz="1200" b="0" i="0" dirty="0" err="1">
                <a:solidFill>
                  <a:srgbClr val="000000"/>
                </a:solidFill>
                <a:effectLst/>
                <a:latin typeface="Times New Roman" panose="02020603050405020304" pitchFamily="18" charset="0"/>
              </a:rPr>
              <a:t>Deshmukh</a:t>
            </a:r>
            <a:r>
              <a:rPr lang="es-CO" sz="1200" b="0" i="0" dirty="0">
                <a:solidFill>
                  <a:srgbClr val="000000"/>
                </a:solidFill>
                <a:effectLst/>
                <a:latin typeface="Times New Roman" panose="02020603050405020304" pitchFamily="18" charset="0"/>
              </a:rPr>
              <a:t>, P., Bernabé-Díaz, J. A., Espinoza-Arias, P., Sánchez-Fernández, J. L., Mueller, J., &amp; Fernández-</a:t>
            </a:r>
            <a:r>
              <a:rPr lang="es-CO" sz="1200" b="0" i="0" dirty="0" err="1">
                <a:solidFill>
                  <a:srgbClr val="000000"/>
                </a:solidFill>
                <a:effectLst/>
                <a:latin typeface="Times New Roman" panose="02020603050405020304" pitchFamily="18" charset="0"/>
              </a:rPr>
              <a:t>Breis</a:t>
            </a:r>
            <a:r>
              <a:rPr lang="es-CO" sz="1200" b="0" i="0" dirty="0">
                <a:solidFill>
                  <a:srgbClr val="000000"/>
                </a:solidFill>
                <a:effectLst/>
                <a:latin typeface="Times New Roman" panose="02020603050405020304" pitchFamily="18" charset="0"/>
              </a:rPr>
              <a:t>, J. T. (2025b). </a:t>
            </a:r>
            <a:r>
              <a:rPr lang="es-CO" sz="1200" b="0" i="0" dirty="0" err="1">
                <a:solidFill>
                  <a:srgbClr val="000000"/>
                </a:solidFill>
                <a:effectLst/>
                <a:latin typeface="Times New Roman" panose="02020603050405020304" pitchFamily="18" charset="0"/>
              </a:rPr>
              <a:t>OntoGenix</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Leveraging</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Large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Language</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Models</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for</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enhanced</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ontology</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engineering</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from</a:t>
            </a:r>
            <a:r>
              <a:rPr lang="es-CO" sz="1200" b="0" i="0" dirty="0">
                <a:solidFill>
                  <a:srgbClr val="000000"/>
                </a:solidFill>
                <a:effectLst/>
                <a:latin typeface="Times New Roman" panose="02020603050405020304" pitchFamily="18" charset="0"/>
              </a:rPr>
              <a:t> </a:t>
            </a:r>
            <a:r>
              <a:rPr lang="es-CO" sz="1200" b="0" i="0" dirty="0" err="1">
                <a:solidFill>
                  <a:srgbClr val="000000"/>
                </a:solidFill>
                <a:effectLst/>
                <a:latin typeface="Times New Roman" panose="02020603050405020304" pitchFamily="18" charset="0"/>
              </a:rPr>
              <a:t>datasets</a:t>
            </a:r>
            <a:r>
              <a:rPr lang="es-CO" sz="1200" b="0" i="0" dirty="0">
                <a:solidFill>
                  <a:srgbClr val="000000"/>
                </a:solidFill>
                <a:effectLst/>
                <a:latin typeface="Times New Roman" panose="02020603050405020304" pitchFamily="18" charset="0"/>
              </a:rPr>
              <a:t>. </a:t>
            </a:r>
            <a:r>
              <a:rPr lang="es-CO" sz="1200" b="0" i="1" dirty="0" err="1">
                <a:solidFill>
                  <a:srgbClr val="000000"/>
                </a:solidFill>
                <a:effectLst/>
                <a:latin typeface="Times New Roman" panose="02020603050405020304" pitchFamily="18" charset="0"/>
              </a:rPr>
              <a:t>Information</a:t>
            </a:r>
            <a:r>
              <a:rPr lang="es-CO" sz="1200" b="0" i="1" dirty="0">
                <a:solidFill>
                  <a:srgbClr val="000000"/>
                </a:solidFill>
                <a:effectLst/>
                <a:latin typeface="Times New Roman" panose="02020603050405020304" pitchFamily="18" charset="0"/>
              </a:rPr>
              <a:t> 	Processing and Management</a:t>
            </a:r>
            <a:r>
              <a:rPr lang="es-CO" sz="1200" b="0" i="0" dirty="0">
                <a:solidFill>
                  <a:srgbClr val="000000"/>
                </a:solidFill>
                <a:effectLst/>
                <a:latin typeface="Times New Roman" panose="02020603050405020304" pitchFamily="18" charset="0"/>
              </a:rPr>
              <a:t>, </a:t>
            </a:r>
            <a:r>
              <a:rPr lang="es-CO" sz="1200" b="0" i="1" dirty="0">
                <a:solidFill>
                  <a:srgbClr val="000000"/>
                </a:solidFill>
                <a:effectLst/>
                <a:latin typeface="Times New Roman" panose="02020603050405020304" pitchFamily="18" charset="0"/>
              </a:rPr>
              <a:t>62</a:t>
            </a:r>
            <a:r>
              <a:rPr lang="es-CO" sz="1200" b="0" i="0" dirty="0">
                <a:solidFill>
                  <a:srgbClr val="000000"/>
                </a:solidFill>
                <a:effectLst/>
                <a:latin typeface="Times New Roman" panose="02020603050405020304" pitchFamily="18" charset="0"/>
              </a:rPr>
              <a:t>(3). https://doi.org/10.1016/j.ipm.2024.104042 </a:t>
            </a:r>
            <a:endParaRPr lang="es-CO" sz="1200" b="0" i="0" dirty="0">
              <a:solidFill>
                <a:srgbClr val="000000"/>
              </a:solidFill>
              <a:effectLst/>
              <a:latin typeface="Segoe UI" panose="020B0502040204020203" pitchFamily="34" charset="0"/>
            </a:endParaRPr>
          </a:p>
          <a:p>
            <a:pPr algn="just" rtl="0" fontAlgn="base">
              <a:lnSpc>
                <a:spcPct val="150000"/>
              </a:lnSpc>
            </a:pPr>
            <a:r>
              <a:rPr lang="es-CO" sz="1200" b="0" i="0" dirty="0">
                <a:solidFill>
                  <a:srgbClr val="000000"/>
                </a:solidFill>
                <a:effectLst/>
                <a:latin typeface="Times New Roman" panose="02020603050405020304" pitchFamily="18" charset="0"/>
              </a:rPr>
              <a:t>​ ​ </a:t>
            </a:r>
            <a:endParaRPr lang="es-CO" sz="1200" b="0" i="0" dirty="0">
              <a:solidFill>
                <a:srgbClr val="000000"/>
              </a:solidFill>
              <a:effectLst/>
              <a:latin typeface="Segoe UI" panose="020B0502040204020203" pitchFamily="34" charset="0"/>
            </a:endParaRPr>
          </a:p>
          <a:p>
            <a:pPr algn="l">
              <a:lnSpc>
                <a:spcPct val="150000"/>
              </a:lnSpc>
              <a:defRPr/>
            </a:pPr>
            <a:endParaRPr sz="1200" b="0" i="0" dirty="0">
              <a:solidFill>
                <a:srgbClr val="4949EE"/>
              </a:solidFill>
              <a:latin typeface="Arial"/>
            </a:endParaRPr>
          </a:p>
        </p:txBody>
      </p:sp>
    </p:spTree>
    <p:extLst>
      <p:ext uri="{BB962C8B-B14F-4D97-AF65-F5344CB8AC3E}">
        <p14:creationId xmlns:p14="http://schemas.microsoft.com/office/powerpoint/2010/main" val="265706222"/>
      </p:ext>
    </p:extLst>
  </p:cSld>
  <p:clrMapOvr>
    <a:masterClrMapping/>
  </p:clrMapOvr>
</p:sld>
</file>

<file path=ppt/theme/theme1.xml><?xml version="1.0" encoding="utf-8"?>
<a:theme xmlns:a="http://schemas.openxmlformats.org/drawingml/2006/main" name="Portadas">
  <a:themeElements>
    <a:clrScheme name=" ICESI FINAL">
      <a:dk1>
        <a:srgbClr val="393939"/>
      </a:dk1>
      <a:lt1>
        <a:srgbClr val="FFFFFF"/>
      </a:lt1>
      <a:dk2>
        <a:srgbClr val="5454E9"/>
      </a:dk2>
      <a:lt2>
        <a:srgbClr val="855CF0"/>
      </a:lt2>
      <a:accent1>
        <a:srgbClr val="4CB978"/>
      </a:accent1>
      <a:accent2>
        <a:srgbClr val="E2EB5F"/>
      </a:accent2>
      <a:accent3>
        <a:srgbClr val="F0681A"/>
      </a:accent3>
      <a:accent4>
        <a:srgbClr val="CECFF0"/>
      </a:accent4>
      <a:accent5>
        <a:srgbClr val="5DBD59"/>
      </a:accent5>
      <a:accent6>
        <a:srgbClr val="603800"/>
      </a:accent6>
      <a:hlink>
        <a:srgbClr val="1F1E1C"/>
      </a:hlink>
      <a:folHlink>
        <a:srgbClr val="808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33A0"/>
        </a:solidFill>
        <a:ln>
          <a:noFill/>
        </a:ln>
        <a:effectLst/>
      </a:spPr>
      <a:bodyPr anchor="ctr"/>
      <a:lstStyle>
        <a:defPPr algn="ctr" defTabSz="608853">
          <a:defRPr/>
        </a:defPPr>
      </a:lstStyle>
      <a:style>
        <a:lnRef idx="1">
          <a:schemeClr val="accent1"/>
        </a:lnRef>
        <a:fillRef idx="3">
          <a:schemeClr val="accent1"/>
        </a:fillRef>
        <a:effectRef idx="2">
          <a:schemeClr val="accent1"/>
        </a:effectRef>
        <a:fontRef idx="minor">
          <a:schemeClr val="lt1"/>
        </a:fontRef>
      </a:style>
    </a:spDef>
    <a:lnDef>
      <a:spPr>
        <a:ln>
          <a:solidFill>
            <a:srgbClr val="3190CF"/>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ctr">
          <a:defRPr dirty="0" err="1" smtClean="0">
            <a:solidFill>
              <a:srgbClr val="686968"/>
            </a:solidFill>
          </a:defRPr>
        </a:defPPr>
      </a:lstStyle>
    </a:txDef>
  </a:objectDefaults>
  <a:extraClrSchemeLst/>
  <a:extLst>
    <a:ext uri="{05A4C25C-085E-4340-85A3-A5531E510DB2}">
      <thm15:themeFamily xmlns:thm15="http://schemas.microsoft.com/office/thememl/2012/main" name="Presentation4" id="{776FA3CF-6F80-654A-B731-ABEB9CCBCA91}" vid="{FA1C77B8-9473-0941-BF96-7A398AFE1827}"/>
    </a:ext>
  </a:extLst>
</a:theme>
</file>

<file path=ppt/theme/theme2.xml><?xml version="1.0" encoding="utf-8"?>
<a:theme xmlns:a="http://schemas.openxmlformats.org/drawingml/2006/main" name="Divisiones">
  <a:themeElements>
    <a:clrScheme name=" ICESI FINAL">
      <a:dk1>
        <a:srgbClr val="393939"/>
      </a:dk1>
      <a:lt1>
        <a:srgbClr val="FFFFFF"/>
      </a:lt1>
      <a:dk2>
        <a:srgbClr val="5454E9"/>
      </a:dk2>
      <a:lt2>
        <a:srgbClr val="855CF0"/>
      </a:lt2>
      <a:accent1>
        <a:srgbClr val="4CB978"/>
      </a:accent1>
      <a:accent2>
        <a:srgbClr val="E2EB5F"/>
      </a:accent2>
      <a:accent3>
        <a:srgbClr val="F0681A"/>
      </a:accent3>
      <a:accent4>
        <a:srgbClr val="CECFF0"/>
      </a:accent4>
      <a:accent5>
        <a:srgbClr val="5DBD59"/>
      </a:accent5>
      <a:accent6>
        <a:srgbClr val="603800"/>
      </a:accent6>
      <a:hlink>
        <a:srgbClr val="1F1E1C"/>
      </a:hlink>
      <a:folHlink>
        <a:srgbClr val="808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776FA3CF-6F80-654A-B731-ABEB9CCBCA91}" vid="{FFD4C735-F419-9049-9D02-5A5008C4008B}"/>
    </a:ext>
  </a:extLst>
</a:theme>
</file>

<file path=ppt/theme/theme3.xml><?xml version="1.0" encoding="utf-8"?>
<a:theme xmlns:a="http://schemas.openxmlformats.org/drawingml/2006/main" name="Interiores">
  <a:themeElements>
    <a:clrScheme name=" ICESI FINAL">
      <a:dk1>
        <a:srgbClr val="393939"/>
      </a:dk1>
      <a:lt1>
        <a:srgbClr val="FFFFFF"/>
      </a:lt1>
      <a:dk2>
        <a:srgbClr val="5454E9"/>
      </a:dk2>
      <a:lt2>
        <a:srgbClr val="855CF0"/>
      </a:lt2>
      <a:accent1>
        <a:srgbClr val="4CB978"/>
      </a:accent1>
      <a:accent2>
        <a:srgbClr val="E2EB5F"/>
      </a:accent2>
      <a:accent3>
        <a:srgbClr val="F0681A"/>
      </a:accent3>
      <a:accent4>
        <a:srgbClr val="CECFF0"/>
      </a:accent4>
      <a:accent5>
        <a:srgbClr val="5DBD59"/>
      </a:accent5>
      <a:accent6>
        <a:srgbClr val="603800"/>
      </a:accent6>
      <a:hlink>
        <a:srgbClr val="1F1E1C"/>
      </a:hlink>
      <a:folHlink>
        <a:srgbClr val="808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776FA3CF-6F80-654A-B731-ABEB9CCBCA91}" vid="{174E906E-382C-4B47-9DC5-6371F885CCC2}"/>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Props1.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7D2A1B0-FF3E-4009-940D-AED0EB70AA20}">
  <ds:schemaRefs>
    <ds:schemaRef ds:uri="http://schemas.microsoft.com/sharepoint/v3/contenttype/forms"/>
  </ds:schemaRefs>
</ds:datastoreItem>
</file>

<file path=customXml/itemProps3.xml><?xml version="1.0" encoding="utf-8"?>
<ds:datastoreItem xmlns:ds="http://schemas.openxmlformats.org/officeDocument/2006/customXml" ds:itemID="{836ADCFB-D8B6-4597-B750-4F782D11F82C}">
  <ds:schemaRefs>
    <ds:schemaRef ds:uri="http://purl.org/dc/dcmitype/"/>
    <ds:schemaRef ds:uri="http://schemas.microsoft.com/office/2006/documentManagement/types"/>
    <ds:schemaRef ds:uri="http://purl.org/dc/terms/"/>
    <ds:schemaRef ds:uri="http://www.w3.org/XML/1998/namespace"/>
    <ds:schemaRef ds:uri="http://purl.org/dc/elements/1.1/"/>
    <ds:schemaRef ds:uri="http://schemas.microsoft.com/office/infopath/2007/PartnerControls"/>
    <ds:schemaRef ds:uri="http://schemas.microsoft.com/office/2006/metadata/properties"/>
    <ds:schemaRef ds:uri="http://schemas.openxmlformats.org/package/2006/metadata/core-properties"/>
    <ds:schemaRef ds:uri="http://schemas.microsoft.com/sharepoint/v3/fields"/>
  </ds:schemaRefs>
</ds:datastoreItem>
</file>

<file path=docProps/app.xml><?xml version="1.0" encoding="utf-8"?>
<Properties xmlns="http://schemas.openxmlformats.org/officeDocument/2006/extended-properties" xmlns:vt="http://schemas.openxmlformats.org/officeDocument/2006/docPropsVTypes">
  <Template>Portadas</Template>
  <TotalTime>2257</TotalTime>
  <Words>4277</Words>
  <Application>Microsoft Office PowerPoint</Application>
  <PresentationFormat>Custom</PresentationFormat>
  <Paragraphs>237</Paragraphs>
  <Slides>16</Slides>
  <Notes>16</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16</vt:i4>
      </vt:variant>
    </vt:vector>
  </HeadingPairs>
  <TitlesOfParts>
    <vt:vector size="25" baseType="lpstr">
      <vt:lpstr>Arial</vt:lpstr>
      <vt:lpstr>Calibri</vt:lpstr>
      <vt:lpstr>Lucida Grande</vt:lpstr>
      <vt:lpstr>Segoe UI</vt:lpstr>
      <vt:lpstr>Times New Roman</vt:lpstr>
      <vt:lpstr>Wingdings</vt:lpstr>
      <vt:lpstr>Portadas</vt:lpstr>
      <vt:lpstr>Divisiones</vt:lpstr>
      <vt:lpstr>Interiores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Título de la presentación</dc:title>
  <dc:subject/>
  <dc:creator>Edison Leon</dc:creator>
  <cp:keywords/>
  <dc:description/>
  <cp:lastModifiedBy>Sandra Jimena Orozco Lagos</cp:lastModifiedBy>
  <cp:revision>53</cp:revision>
  <dcterms:created xsi:type="dcterms:W3CDTF">2023-08-29T02:04:03Z</dcterms:created>
  <dcterms:modified xsi:type="dcterms:W3CDTF">2026-06-29T14:23:11Z</dcterms:modified>
  <cp:category/>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y fmtid="{D5CDD505-2E9C-101B-9397-08002B2CF9AE}" pid="3" name="_Version">
    <vt:lpwstr/>
  </property>
  <property fmtid="{D5CDD505-2E9C-101B-9397-08002B2CF9AE}" pid="4" name="_Status">
    <vt:lpwstr>Not Started</vt:lpwstr>
  </property>
</Properties>
</file>